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 Title Slide — DELETE 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an example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