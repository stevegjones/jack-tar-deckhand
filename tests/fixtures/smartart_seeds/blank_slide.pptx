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0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F607-8E4F-23BB-2D88-2306E393F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FE250-81DC-55D8-0BF5-2519B80E7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BD403-C026-0B4E-CE5D-3588944A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72953-AAA0-BCB6-9937-F5F2DE64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69628-14AF-5E20-DF71-66855476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8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9C30-6D1F-99D7-08BB-1B12F30D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F8047-E8EA-220C-0991-6FB71FEAD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8D4B2-AC35-D1A3-E40C-C165EAAC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7F2E9-B0CA-96A7-E11A-87E49595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61D77-9AEB-E1AF-149A-C6D0FE19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8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323F-E053-5414-0145-1A510E8E5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48A36-F0CE-55F4-4C32-CDCDA802D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6C7DB-C7D9-1DDA-7C35-E7769588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3E3D6-59FA-00B6-5A96-2B7E53C8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35B3E-EB3D-F41C-59E0-7BE05DF4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1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CFA9F-E0DD-90EE-72DF-A95C68E7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4B67-8B43-2A4A-8013-285921472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124D8-731D-4990-EDB6-797FDD02E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1622C-5725-D236-CEC5-A7599B0D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35F0B-B8A0-DD08-B404-3CE572AD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82D5E-A636-FE9B-67BA-4C39F57D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82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052A-DB4E-B6A6-095D-91874FE0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12F01-3E34-B035-8FFB-721FC3081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58AD5-81E0-B743-7AAB-AB908AB1E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2B3DD-4315-A06A-2788-8CF46722C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88AA7-2F2F-62D4-0AF5-D4A162170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F8300-1594-0EB0-CE37-9BED8C8A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56E0E-F640-8BD0-62C9-A7FED483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CC4817-36CE-3F87-093C-6B78FAE7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4F3C-E596-84B9-7AD7-CD79FA60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3A6DB-FEFB-87B4-F448-62708FC7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8767F-BD14-93D7-3295-AA08803E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7E0C3-846A-E020-7E6D-9CE7571A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8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A729C-C6E6-DCFB-093A-FB839F4B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C6E56-EACF-E060-2AD9-846F2727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E6FAD-B6D1-92A0-99F6-87741401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F3501-9619-537F-5502-4B124153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84D1-EDFC-2538-27AB-F6A6E66DB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29319-E0C3-E484-B244-09F62CD22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587D1-5E3A-F95D-8050-9CBEE22D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EE104-3965-9745-D957-E1FA5173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D6964-30BC-B5FA-4B12-B2B46CED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21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543D-3FF0-365E-4156-AEBD5D4B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01C42-9FE3-14AE-07F7-C29045818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11D64-0106-AD44-E92B-76774D1A4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EC099-74F2-14D6-8C40-B97A7A7E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60B25-BD5B-84CB-50AD-4BE34692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1DB2D-60EC-D1C8-99BD-16F728F6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5B60-0727-78E7-E65C-64BEA303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BA9AA-F1D8-02AF-E5AB-7C0699542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5D5FF-556F-2FB5-770A-9FDC429A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F755-DD06-EF1F-590A-B8D42218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C68EA-3C9F-053D-86C7-DA3FC641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4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A39538-F834-856B-66A5-B3B901C3E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541FC-18E1-9687-4615-2A60A4A75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7751F-8B44-6CE8-0A6B-BA5FE53B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89F3C-ECA4-B01C-CC1A-09B963CF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AA717-7C1C-94A8-410F-57B2B08B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7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3E788-1CC0-F056-AD28-E124BF99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1E4A7-318D-902A-6428-FFF1FEF99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B9607-652A-105D-7872-608E92464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F19F7-225C-E649-8733-60F5AA97797A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607ED-5B24-E651-B0A4-2529A481A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9441-062F-B561-72C8-063833A8D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168B0-A720-6B4D-A241-2A89587A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7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A925-487F-B6D4-A15A-4D1E247A2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4B168-ECC9-5E51-D9F8-2EB491985B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0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Jones</dc:creator>
  <cp:lastModifiedBy>Steve Jones</cp:lastModifiedBy>
  <cp:revision>1</cp:revision>
  <dcterms:created xsi:type="dcterms:W3CDTF">2026-04-08T03:33:49Z</dcterms:created>
  <dcterms:modified xsi:type="dcterms:W3CDTF">2026-04-08T03:34:04Z</dcterms:modified>
</cp:coreProperties>
</file>