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0"/>
  </p:normalViewPr>
  <p:slideViewPr>
    <p:cSldViewPr snapToGrid="0">
      <p:cViewPr varScale="1">
        <p:scale>
          <a:sx n="95" d="100"/>
          <a:sy n="95" d="100"/>
        </p:scale>
        <p:origin x="200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6B57E5-417C-5B4A-85C3-56BF87D83488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0"/>
      <dgm:spPr/>
    </dgm:pt>
    <dgm:pt modelId="{77C44BC6-D5D5-9849-A1AE-3B39D0FE856C}">
      <dgm:prSet phldrT="[Text]" phldr="1"/>
      <dgm:spPr/>
      <dgm:t>
        <a:bodyPr/>
        <a:lstStyle/>
        <a:p>
          <a:endParaRPr lang="en-GB"/>
        </a:p>
      </dgm:t>
    </dgm:pt>
    <dgm:pt modelId="{C11AD714-467B-AC4F-9F35-65EE5850C577}" type="parTrans" cxnId="{898010AB-D14B-B147-BFF5-C754144229D3}">
      <dgm:prSet/>
      <dgm:spPr/>
      <dgm:t>
        <a:bodyPr/>
        <a:lstStyle/>
        <a:p>
          <a:endParaRPr lang="en-GB"/>
        </a:p>
      </dgm:t>
    </dgm:pt>
    <dgm:pt modelId="{F1B597F4-4318-F549-9A50-CAB188CAA979}" type="sibTrans" cxnId="{898010AB-D14B-B147-BFF5-C754144229D3}">
      <dgm:prSet/>
      <dgm:spPr/>
      <dgm:t>
        <a:bodyPr/>
        <a:lstStyle/>
        <a:p>
          <a:endParaRPr lang="en-GB"/>
        </a:p>
      </dgm:t>
    </dgm:pt>
    <dgm:pt modelId="{64FF8C8F-2141-B94E-9121-FCAF962AC5FB}">
      <dgm:prSet phldrT="[Text]" phldr="1"/>
      <dgm:spPr/>
      <dgm:t>
        <a:bodyPr/>
        <a:lstStyle/>
        <a:p>
          <a:endParaRPr lang="en-GB"/>
        </a:p>
      </dgm:t>
    </dgm:pt>
    <dgm:pt modelId="{CCFB8F1B-F25D-FA4C-A47E-482CDBBBA4E4}" type="parTrans" cxnId="{32C66455-040E-8B4A-A0F4-2AEA13BAEF50}">
      <dgm:prSet/>
      <dgm:spPr/>
      <dgm:t>
        <a:bodyPr/>
        <a:lstStyle/>
        <a:p>
          <a:endParaRPr lang="en-GB"/>
        </a:p>
      </dgm:t>
    </dgm:pt>
    <dgm:pt modelId="{77642DE8-66E8-A945-98AA-1F895D978E20}" type="sibTrans" cxnId="{32C66455-040E-8B4A-A0F4-2AEA13BAEF50}">
      <dgm:prSet/>
      <dgm:spPr/>
      <dgm:t>
        <a:bodyPr/>
        <a:lstStyle/>
        <a:p>
          <a:endParaRPr lang="en-GB"/>
        </a:p>
      </dgm:t>
    </dgm:pt>
    <dgm:pt modelId="{7DFCCF41-020A-2F4C-8B60-54D112BF96B1}">
      <dgm:prSet phldrT="[Text]" phldr="1"/>
      <dgm:spPr/>
      <dgm:t>
        <a:bodyPr/>
        <a:lstStyle/>
        <a:p>
          <a:endParaRPr lang="en-GB"/>
        </a:p>
      </dgm:t>
    </dgm:pt>
    <dgm:pt modelId="{AC815A1E-EBFC-7044-B18E-C8F7CD1E16F2}" type="parTrans" cxnId="{41EF0D44-6922-254A-A799-159639768F55}">
      <dgm:prSet/>
      <dgm:spPr/>
      <dgm:t>
        <a:bodyPr/>
        <a:lstStyle/>
        <a:p>
          <a:endParaRPr lang="en-GB"/>
        </a:p>
      </dgm:t>
    </dgm:pt>
    <dgm:pt modelId="{1C6449A9-DFAB-A64C-953C-DCCD612227DF}" type="sibTrans" cxnId="{41EF0D44-6922-254A-A799-159639768F55}">
      <dgm:prSet/>
      <dgm:spPr/>
      <dgm:t>
        <a:bodyPr/>
        <a:lstStyle/>
        <a:p>
          <a:endParaRPr lang="en-GB"/>
        </a:p>
      </dgm:t>
    </dgm:pt>
    <dgm:pt modelId="{716BB7F3-FAF2-AF44-BDAC-54B276D060E5}" type="pres">
      <dgm:prSet presAssocID="{746B57E5-417C-5B4A-85C3-56BF87D83488}" presName="Name0" presStyleCnt="0">
        <dgm:presLayoutVars>
          <dgm:dir/>
          <dgm:resizeHandles val="exact"/>
        </dgm:presLayoutVars>
      </dgm:prSet>
      <dgm:spPr/>
    </dgm:pt>
    <dgm:pt modelId="{2E175A29-5B84-EA4F-BC42-EF686B52B395}" type="pres">
      <dgm:prSet presAssocID="{77C44BC6-D5D5-9849-A1AE-3B39D0FE856C}" presName="node" presStyleLbl="node1" presStyleIdx="0" presStyleCnt="3">
        <dgm:presLayoutVars>
          <dgm:bulletEnabled val="1"/>
        </dgm:presLayoutVars>
      </dgm:prSet>
      <dgm:spPr/>
    </dgm:pt>
    <dgm:pt modelId="{8ED5CCFD-C766-7E40-9546-C4D58814CF56}" type="pres">
      <dgm:prSet presAssocID="{F1B597F4-4318-F549-9A50-CAB188CAA979}" presName="sibTrans" presStyleLbl="sibTrans2D1" presStyleIdx="0" presStyleCnt="2"/>
      <dgm:spPr/>
    </dgm:pt>
    <dgm:pt modelId="{E7A64974-8D5F-794F-A15E-D98B61F76A85}" type="pres">
      <dgm:prSet presAssocID="{F1B597F4-4318-F549-9A50-CAB188CAA979}" presName="connectorText" presStyleLbl="sibTrans2D1" presStyleIdx="0" presStyleCnt="2"/>
      <dgm:spPr/>
    </dgm:pt>
    <dgm:pt modelId="{B1F230AA-E6B9-3540-9023-4DF256EC5F6A}" type="pres">
      <dgm:prSet presAssocID="{64FF8C8F-2141-B94E-9121-FCAF962AC5FB}" presName="node" presStyleLbl="node1" presStyleIdx="1" presStyleCnt="3">
        <dgm:presLayoutVars>
          <dgm:bulletEnabled val="1"/>
        </dgm:presLayoutVars>
      </dgm:prSet>
      <dgm:spPr/>
    </dgm:pt>
    <dgm:pt modelId="{25716D01-CAF3-8F4B-ACD4-D1CC56D8BAED}" type="pres">
      <dgm:prSet presAssocID="{77642DE8-66E8-A945-98AA-1F895D978E20}" presName="sibTrans" presStyleLbl="sibTrans2D1" presStyleIdx="1" presStyleCnt="2"/>
      <dgm:spPr/>
    </dgm:pt>
    <dgm:pt modelId="{65A0C645-1B68-9642-9FB5-690E74EA0A8A}" type="pres">
      <dgm:prSet presAssocID="{77642DE8-66E8-A945-98AA-1F895D978E20}" presName="connectorText" presStyleLbl="sibTrans2D1" presStyleIdx="1" presStyleCnt="2"/>
      <dgm:spPr/>
    </dgm:pt>
    <dgm:pt modelId="{C601346A-0BE9-934B-B43E-4DE087A882CD}" type="pres">
      <dgm:prSet presAssocID="{7DFCCF41-020A-2F4C-8B60-54D112BF96B1}" presName="node" presStyleLbl="node1" presStyleIdx="2" presStyleCnt="3">
        <dgm:presLayoutVars>
          <dgm:bulletEnabled val="1"/>
        </dgm:presLayoutVars>
      </dgm:prSet>
      <dgm:spPr/>
    </dgm:pt>
  </dgm:ptLst>
  <dgm:cxnLst>
    <dgm:cxn modelId="{CC7D7E23-BF2C-EB45-B020-EA0EC389FDD8}" type="presOf" srcId="{77642DE8-66E8-A945-98AA-1F895D978E20}" destId="{65A0C645-1B68-9642-9FB5-690E74EA0A8A}" srcOrd="1" destOrd="0" presId="urn:microsoft.com/office/officeart/2005/8/layout/process1"/>
    <dgm:cxn modelId="{5BB4A82A-0B84-BF46-9FA8-2C6A352E3AC6}" type="presOf" srcId="{F1B597F4-4318-F549-9A50-CAB188CAA979}" destId="{8ED5CCFD-C766-7E40-9546-C4D58814CF56}" srcOrd="0" destOrd="0" presId="urn:microsoft.com/office/officeart/2005/8/layout/process1"/>
    <dgm:cxn modelId="{41EF0D44-6922-254A-A799-159639768F55}" srcId="{746B57E5-417C-5B4A-85C3-56BF87D83488}" destId="{7DFCCF41-020A-2F4C-8B60-54D112BF96B1}" srcOrd="2" destOrd="0" parTransId="{AC815A1E-EBFC-7044-B18E-C8F7CD1E16F2}" sibTransId="{1C6449A9-DFAB-A64C-953C-DCCD612227DF}"/>
    <dgm:cxn modelId="{32C66455-040E-8B4A-A0F4-2AEA13BAEF50}" srcId="{746B57E5-417C-5B4A-85C3-56BF87D83488}" destId="{64FF8C8F-2141-B94E-9121-FCAF962AC5FB}" srcOrd="1" destOrd="0" parTransId="{CCFB8F1B-F25D-FA4C-A47E-482CDBBBA4E4}" sibTransId="{77642DE8-66E8-A945-98AA-1F895D978E20}"/>
    <dgm:cxn modelId="{D39DEB5D-1B2D-3E4D-9601-742B6D568F36}" type="presOf" srcId="{F1B597F4-4318-F549-9A50-CAB188CAA979}" destId="{E7A64974-8D5F-794F-A15E-D98B61F76A85}" srcOrd="1" destOrd="0" presId="urn:microsoft.com/office/officeart/2005/8/layout/process1"/>
    <dgm:cxn modelId="{1BCFC65F-29A0-E743-9031-AB1C0B0326E2}" type="presOf" srcId="{7DFCCF41-020A-2F4C-8B60-54D112BF96B1}" destId="{C601346A-0BE9-934B-B43E-4DE087A882CD}" srcOrd="0" destOrd="0" presId="urn:microsoft.com/office/officeart/2005/8/layout/process1"/>
    <dgm:cxn modelId="{FC727767-8E27-D745-A152-A49618FB1A89}" type="presOf" srcId="{64FF8C8F-2141-B94E-9121-FCAF962AC5FB}" destId="{B1F230AA-E6B9-3540-9023-4DF256EC5F6A}" srcOrd="0" destOrd="0" presId="urn:microsoft.com/office/officeart/2005/8/layout/process1"/>
    <dgm:cxn modelId="{584D3C80-C341-3447-8193-707A5818B2A0}" type="presOf" srcId="{77642DE8-66E8-A945-98AA-1F895D978E20}" destId="{25716D01-CAF3-8F4B-ACD4-D1CC56D8BAED}" srcOrd="0" destOrd="0" presId="urn:microsoft.com/office/officeart/2005/8/layout/process1"/>
    <dgm:cxn modelId="{898010AB-D14B-B147-BFF5-C754144229D3}" srcId="{746B57E5-417C-5B4A-85C3-56BF87D83488}" destId="{77C44BC6-D5D5-9849-A1AE-3B39D0FE856C}" srcOrd="0" destOrd="0" parTransId="{C11AD714-467B-AC4F-9F35-65EE5850C577}" sibTransId="{F1B597F4-4318-F549-9A50-CAB188CAA979}"/>
    <dgm:cxn modelId="{43AC10B2-A32F-7748-9614-FAEECCBC130A}" type="presOf" srcId="{746B57E5-417C-5B4A-85C3-56BF87D83488}" destId="{716BB7F3-FAF2-AF44-BDAC-54B276D060E5}" srcOrd="0" destOrd="0" presId="urn:microsoft.com/office/officeart/2005/8/layout/process1"/>
    <dgm:cxn modelId="{5547C3F0-5071-E944-B86B-2507B2AB3225}" type="presOf" srcId="{77C44BC6-D5D5-9849-A1AE-3B39D0FE856C}" destId="{2E175A29-5B84-EA4F-BC42-EF686B52B395}" srcOrd="0" destOrd="0" presId="urn:microsoft.com/office/officeart/2005/8/layout/process1"/>
    <dgm:cxn modelId="{B937D07C-8CF0-F540-B6CF-0867C90FD203}" type="presParOf" srcId="{716BB7F3-FAF2-AF44-BDAC-54B276D060E5}" destId="{2E175A29-5B84-EA4F-BC42-EF686B52B395}" srcOrd="0" destOrd="0" presId="urn:microsoft.com/office/officeart/2005/8/layout/process1"/>
    <dgm:cxn modelId="{F71864A5-4E19-5A45-8059-1CBE03B83883}" type="presParOf" srcId="{716BB7F3-FAF2-AF44-BDAC-54B276D060E5}" destId="{8ED5CCFD-C766-7E40-9546-C4D58814CF56}" srcOrd="1" destOrd="0" presId="urn:microsoft.com/office/officeart/2005/8/layout/process1"/>
    <dgm:cxn modelId="{F867B893-0329-3B47-95F3-25C80E8C89B3}" type="presParOf" srcId="{8ED5CCFD-C766-7E40-9546-C4D58814CF56}" destId="{E7A64974-8D5F-794F-A15E-D98B61F76A85}" srcOrd="0" destOrd="0" presId="urn:microsoft.com/office/officeart/2005/8/layout/process1"/>
    <dgm:cxn modelId="{312214DE-E228-3D42-90AD-F8EC79066E5D}" type="presParOf" srcId="{716BB7F3-FAF2-AF44-BDAC-54B276D060E5}" destId="{B1F230AA-E6B9-3540-9023-4DF256EC5F6A}" srcOrd="2" destOrd="0" presId="urn:microsoft.com/office/officeart/2005/8/layout/process1"/>
    <dgm:cxn modelId="{B0C5380C-E162-5644-A943-E815B58726BA}" type="presParOf" srcId="{716BB7F3-FAF2-AF44-BDAC-54B276D060E5}" destId="{25716D01-CAF3-8F4B-ACD4-D1CC56D8BAED}" srcOrd="3" destOrd="0" presId="urn:microsoft.com/office/officeart/2005/8/layout/process1"/>
    <dgm:cxn modelId="{CE0848CA-47DE-B442-BFBB-AC78E3F22B1A}" type="presParOf" srcId="{25716D01-CAF3-8F4B-ACD4-D1CC56D8BAED}" destId="{65A0C645-1B68-9642-9FB5-690E74EA0A8A}" srcOrd="0" destOrd="0" presId="urn:microsoft.com/office/officeart/2005/8/layout/process1"/>
    <dgm:cxn modelId="{52A287AC-3EF1-624E-B4A2-4703045B2290}" type="presParOf" srcId="{716BB7F3-FAF2-AF44-BDAC-54B276D060E5}" destId="{C601346A-0BE9-934B-B43E-4DE087A882CD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75A29-5B84-EA4F-BC42-EF686B52B395}">
      <dsp:nvSpPr>
        <dsp:cNvPr id="0" name=""/>
        <dsp:cNvSpPr/>
      </dsp:nvSpPr>
      <dsp:spPr>
        <a:xfrm>
          <a:off x="9242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57787" y="1395494"/>
        <a:ext cx="2665308" cy="1560349"/>
      </dsp:txXfrm>
    </dsp:sp>
    <dsp:sp modelId="{8ED5CCFD-C766-7E40-9546-C4D58814CF56}">
      <dsp:nvSpPr>
        <dsp:cNvPr id="0" name=""/>
        <dsp:cNvSpPr/>
      </dsp:nvSpPr>
      <dsp:spPr>
        <a:xfrm>
          <a:off x="3047880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3047880" y="1970146"/>
        <a:ext cx="409940" cy="411044"/>
      </dsp:txXfrm>
    </dsp:sp>
    <dsp:sp modelId="{B1F230AA-E6B9-3540-9023-4DF256EC5F6A}">
      <dsp:nvSpPr>
        <dsp:cNvPr id="0" name=""/>
        <dsp:cNvSpPr/>
      </dsp:nvSpPr>
      <dsp:spPr>
        <a:xfrm>
          <a:off x="3876600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3925145" y="1395494"/>
        <a:ext cx="2665308" cy="1560349"/>
      </dsp:txXfrm>
    </dsp:sp>
    <dsp:sp modelId="{25716D01-CAF3-8F4B-ACD4-D1CC56D8BAED}">
      <dsp:nvSpPr>
        <dsp:cNvPr id="0" name=""/>
        <dsp:cNvSpPr/>
      </dsp:nvSpPr>
      <dsp:spPr>
        <a:xfrm>
          <a:off x="6915239" y="1833131"/>
          <a:ext cx="585628" cy="6850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6915239" y="1970146"/>
        <a:ext cx="409940" cy="411044"/>
      </dsp:txXfrm>
    </dsp:sp>
    <dsp:sp modelId="{C601346A-0BE9-934B-B43E-4DE087A882CD}">
      <dsp:nvSpPr>
        <dsp:cNvPr id="0" name=""/>
        <dsp:cNvSpPr/>
      </dsp:nvSpPr>
      <dsp:spPr>
        <a:xfrm>
          <a:off x="7743958" y="1346949"/>
          <a:ext cx="2762398" cy="165743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500" kern="1200"/>
        </a:p>
      </dsp:txBody>
      <dsp:txXfrm>
        <a:off x="7792503" y="1395494"/>
        <a:ext cx="2665308" cy="15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60A6-F6EE-9102-2B02-E860341A3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E020B-ED64-8F3A-CDFC-CE18F6FF7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F17D-8BB4-C7E2-3213-4B962C6B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3715-5EFD-D9FF-F5B4-F543305D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357F-8E33-0F88-CAB8-F26EF5C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6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9004-EE64-FCB5-702A-667E1CBE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04BC-C613-DC2E-0335-479DBDE5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4B2D-4882-953A-59A0-1BBB4300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A6F-EE81-DEB5-CC4E-E3EBD93C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CE1A3-1087-4E04-2A21-FE5EA27D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2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5296-BA09-BDAC-C049-38A865F6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98E41-6ED9-3DC1-AB0F-F3A169AF4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15476-0E7F-9A33-42C7-246B6302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04D3-12B9-7CFF-0C78-27F88E26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CEE4-40F1-D7F0-AE07-2984990B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6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3174-91C8-68D9-CAA6-203E2979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4490-6DB4-AB74-CD2F-98C2F4C1B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63A41-5967-2062-0C1A-93843FDA0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20F60-873F-4052-861C-38FF1098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6146E-2439-17F8-1BD5-C9065E77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06C59-C3E4-2A77-BC83-A5BF4868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4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8E28-0998-41B6-B88C-EDC98F3A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CBEBF-33BC-593F-40E7-63004451F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03645-CD55-871C-1A98-ABE5C0EFE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3B73D-FA10-05F0-D26B-D2FE9CD3B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E7A47-817A-FCD5-4B02-5D2C13BA8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F82B8-9421-8940-79CC-7583AC7A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B1CD6-9118-EF7F-7C36-0E430C0A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9C631-D0BA-7DE0-FBF3-5340765B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4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2E51-CB97-8AE1-3F85-C519CA0A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6627E-5CF2-45E9-B669-AD18ED90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D20D8-5928-1021-AB25-C598D816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E778D-2B9E-58EB-2C4D-778909B7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5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C4596-BDE2-AA7E-3400-086EC3DB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CB93E-F746-BB58-8CD7-C6AAFB12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E7A2E-C6BC-FAE1-F534-FEFA2B63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4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C9B6-13DF-5F9D-9CCC-2D3E34D6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4EAD-03A0-E9B7-7F9C-F299057D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E926D-53EA-CC37-A141-AF11DB45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BAE55-6C80-491E-9BFB-89DE23C8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24714-A9B5-251B-11EC-3F111DC0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27408-5E8D-7688-261B-03894A07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87D3-62B7-3A3E-5801-80955E40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E1C9D-39EB-86BC-BA9D-7095E088A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594AA-4338-C629-736E-D5B42CD66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7BA80-7862-CD6E-6101-C01A3EEA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C7706-571B-99C1-1C03-FF1193F4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2BD44-3239-C8E9-A80F-3E7C4AD9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7659-58D8-2BE6-968C-D14ED990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3A591-9C4D-9715-5743-CBCAF9125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0E0A1-A72A-9DE5-44A6-B8A65974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A5C9-7196-FF8E-0D9A-C5508FF4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FF93-17DB-72FC-EB1B-A6AC5ADF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78D8A-FCD8-83CB-C87C-1406FBC57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96449-8BEA-1F13-2B82-2371DCC1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0AD4E-22BD-3CB3-2A2E-E88A68BD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3ABF-E319-B9D7-C3F0-F0774EA6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E037-4C10-3E09-AD23-6CD74FE3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5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D7585-FA9B-C19B-8C7A-6AD3888C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11F8C-FFCE-4946-B554-54D823B96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F0AF-CE3D-47BB-9107-5266C3545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99A1A-6415-6EE6-AAA0-EB4AA2072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E746-7EE6-ADD1-A994-3EF309FDC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4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AF017-F764-6E92-7276-E3F3C4BA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304A6E-416A-1847-1448-76E7CBAEC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20324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58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Jones</dc:creator>
  <cp:lastModifiedBy>Steve Jones</cp:lastModifiedBy>
  <cp:revision>1</cp:revision>
  <dcterms:created xsi:type="dcterms:W3CDTF">2026-04-07T21:44:51Z</dcterms:created>
  <dcterms:modified xsi:type="dcterms:W3CDTF">2026-04-07T21:47:50Z</dcterms:modified>
</cp:coreProperties>
</file>