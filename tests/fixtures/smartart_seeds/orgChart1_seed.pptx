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60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F54802-5441-2F47-97C8-3675979B8C3C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6022D2D6-7CC9-DE4A-8712-CA77444FFD6A}">
      <dgm:prSet phldrT="[Text]" phldr="1"/>
      <dgm:spPr/>
      <dgm:t>
        <a:bodyPr/>
        <a:lstStyle/>
        <a:p>
          <a:endParaRPr lang="en-GB"/>
        </a:p>
      </dgm:t>
    </dgm:pt>
    <dgm:pt modelId="{3EE59E3A-FAB8-D446-9539-4416FB5342B9}" type="parTrans" cxnId="{4077729D-2740-2942-AF17-62A37DCB4DB1}">
      <dgm:prSet/>
      <dgm:spPr/>
      <dgm:t>
        <a:bodyPr/>
        <a:lstStyle/>
        <a:p>
          <a:endParaRPr lang="en-GB"/>
        </a:p>
      </dgm:t>
    </dgm:pt>
    <dgm:pt modelId="{4ED1E275-7383-EA45-941A-D1B45D74890F}" type="sibTrans" cxnId="{4077729D-2740-2942-AF17-62A37DCB4DB1}">
      <dgm:prSet/>
      <dgm:spPr/>
      <dgm:t>
        <a:bodyPr/>
        <a:lstStyle/>
        <a:p>
          <a:endParaRPr lang="en-GB"/>
        </a:p>
      </dgm:t>
    </dgm:pt>
    <dgm:pt modelId="{815DBFB2-8987-7E4D-92FB-11197E96AF55}" type="asst">
      <dgm:prSet phldrT="[Text]" phldr="1"/>
      <dgm:spPr/>
      <dgm:t>
        <a:bodyPr/>
        <a:lstStyle/>
        <a:p>
          <a:endParaRPr lang="en-GB"/>
        </a:p>
      </dgm:t>
    </dgm:pt>
    <dgm:pt modelId="{1155A9FD-AC91-0B4F-8128-255F228EA8B1}" type="parTrans" cxnId="{12B0A29E-1A5A-FA45-8235-2E90F9EC00EC}">
      <dgm:prSet/>
      <dgm:spPr/>
      <dgm:t>
        <a:bodyPr/>
        <a:lstStyle/>
        <a:p>
          <a:endParaRPr lang="en-GB"/>
        </a:p>
      </dgm:t>
    </dgm:pt>
    <dgm:pt modelId="{AE2D021A-0B2E-4447-8AB3-B8F111F22480}" type="sibTrans" cxnId="{12B0A29E-1A5A-FA45-8235-2E90F9EC00EC}">
      <dgm:prSet/>
      <dgm:spPr/>
      <dgm:t>
        <a:bodyPr/>
        <a:lstStyle/>
        <a:p>
          <a:endParaRPr lang="en-GB"/>
        </a:p>
      </dgm:t>
    </dgm:pt>
    <dgm:pt modelId="{04B6EB49-A457-0347-BEDC-E1506CA7F522}">
      <dgm:prSet phldrT="[Text]" phldr="1"/>
      <dgm:spPr/>
      <dgm:t>
        <a:bodyPr/>
        <a:lstStyle/>
        <a:p>
          <a:endParaRPr lang="en-GB"/>
        </a:p>
      </dgm:t>
    </dgm:pt>
    <dgm:pt modelId="{3025FE25-11EA-4E4B-97B3-CC6972166969}" type="parTrans" cxnId="{41059131-84D3-B946-9D29-9FDBAEB39B4B}">
      <dgm:prSet/>
      <dgm:spPr/>
      <dgm:t>
        <a:bodyPr/>
        <a:lstStyle/>
        <a:p>
          <a:endParaRPr lang="en-GB"/>
        </a:p>
      </dgm:t>
    </dgm:pt>
    <dgm:pt modelId="{6B23DBED-2F03-3148-8EC8-51DDAF707715}" type="sibTrans" cxnId="{41059131-84D3-B946-9D29-9FDBAEB39B4B}">
      <dgm:prSet/>
      <dgm:spPr/>
      <dgm:t>
        <a:bodyPr/>
        <a:lstStyle/>
        <a:p>
          <a:endParaRPr lang="en-GB"/>
        </a:p>
      </dgm:t>
    </dgm:pt>
    <dgm:pt modelId="{749AF531-DE4B-F748-9490-E9F51847044B}">
      <dgm:prSet phldrT="[Text]" phldr="1"/>
      <dgm:spPr/>
      <dgm:t>
        <a:bodyPr/>
        <a:lstStyle/>
        <a:p>
          <a:endParaRPr lang="en-GB"/>
        </a:p>
      </dgm:t>
    </dgm:pt>
    <dgm:pt modelId="{A19CAE2B-2448-E94A-9662-C8DE23A88C50}" type="parTrans" cxnId="{8B426C4F-74F6-E947-901F-2640E4BC4114}">
      <dgm:prSet/>
      <dgm:spPr/>
      <dgm:t>
        <a:bodyPr/>
        <a:lstStyle/>
        <a:p>
          <a:endParaRPr lang="en-GB"/>
        </a:p>
      </dgm:t>
    </dgm:pt>
    <dgm:pt modelId="{F43AA6D2-8098-8D4F-9903-ED5FBDB65601}" type="sibTrans" cxnId="{8B426C4F-74F6-E947-901F-2640E4BC4114}">
      <dgm:prSet/>
      <dgm:spPr/>
      <dgm:t>
        <a:bodyPr/>
        <a:lstStyle/>
        <a:p>
          <a:endParaRPr lang="en-GB"/>
        </a:p>
      </dgm:t>
    </dgm:pt>
    <dgm:pt modelId="{A471E11A-CC00-D844-949E-6B17E9F99340}">
      <dgm:prSet phldrT="[Text]" phldr="1"/>
      <dgm:spPr/>
      <dgm:t>
        <a:bodyPr/>
        <a:lstStyle/>
        <a:p>
          <a:endParaRPr lang="en-GB"/>
        </a:p>
      </dgm:t>
    </dgm:pt>
    <dgm:pt modelId="{848D7735-2014-024E-A1B1-EC60DF30D738}" type="parTrans" cxnId="{A90E8CEF-C1DF-D144-B510-68E25ADB4E0E}">
      <dgm:prSet/>
      <dgm:spPr/>
      <dgm:t>
        <a:bodyPr/>
        <a:lstStyle/>
        <a:p>
          <a:endParaRPr lang="en-GB"/>
        </a:p>
      </dgm:t>
    </dgm:pt>
    <dgm:pt modelId="{45765DAF-CD47-C54B-9C5D-C7ED04D0F7BD}" type="sibTrans" cxnId="{A90E8CEF-C1DF-D144-B510-68E25ADB4E0E}">
      <dgm:prSet/>
      <dgm:spPr/>
      <dgm:t>
        <a:bodyPr/>
        <a:lstStyle/>
        <a:p>
          <a:endParaRPr lang="en-GB"/>
        </a:p>
      </dgm:t>
    </dgm:pt>
    <dgm:pt modelId="{57338075-BFDA-2F46-BAF3-759F5C1AC7D2}" type="pres">
      <dgm:prSet presAssocID="{C0F54802-5441-2F47-97C8-3675979B8C3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C73737C-F554-0646-8948-87722404D7D7}" type="pres">
      <dgm:prSet presAssocID="{6022D2D6-7CC9-DE4A-8712-CA77444FFD6A}" presName="hierRoot1" presStyleCnt="0">
        <dgm:presLayoutVars>
          <dgm:hierBranch val="init"/>
        </dgm:presLayoutVars>
      </dgm:prSet>
      <dgm:spPr/>
    </dgm:pt>
    <dgm:pt modelId="{54AE2D7B-B937-0D46-A10E-128BCA87CCF0}" type="pres">
      <dgm:prSet presAssocID="{6022D2D6-7CC9-DE4A-8712-CA77444FFD6A}" presName="rootComposite1" presStyleCnt="0"/>
      <dgm:spPr/>
    </dgm:pt>
    <dgm:pt modelId="{D3876002-3591-504A-AB15-05E4560ECA1D}" type="pres">
      <dgm:prSet presAssocID="{6022D2D6-7CC9-DE4A-8712-CA77444FFD6A}" presName="rootText1" presStyleLbl="node0" presStyleIdx="0" presStyleCnt="1">
        <dgm:presLayoutVars>
          <dgm:chPref val="3"/>
        </dgm:presLayoutVars>
      </dgm:prSet>
      <dgm:spPr/>
    </dgm:pt>
    <dgm:pt modelId="{B880B4E1-FC71-A24C-9390-7891F29F07B2}" type="pres">
      <dgm:prSet presAssocID="{6022D2D6-7CC9-DE4A-8712-CA77444FFD6A}" presName="rootConnector1" presStyleLbl="node1" presStyleIdx="0" presStyleCnt="0"/>
      <dgm:spPr/>
    </dgm:pt>
    <dgm:pt modelId="{76CABEEC-6262-154D-8A0D-489BAAFBA490}" type="pres">
      <dgm:prSet presAssocID="{6022D2D6-7CC9-DE4A-8712-CA77444FFD6A}" presName="hierChild2" presStyleCnt="0"/>
      <dgm:spPr/>
    </dgm:pt>
    <dgm:pt modelId="{19D20CAB-D951-C640-A656-592AE2A67043}" type="pres">
      <dgm:prSet presAssocID="{3025FE25-11EA-4E4B-97B3-CC6972166969}" presName="Name37" presStyleLbl="parChTrans1D2" presStyleIdx="0" presStyleCnt="4"/>
      <dgm:spPr/>
    </dgm:pt>
    <dgm:pt modelId="{23D8B8DF-67E0-5541-86AF-778A22E51A6E}" type="pres">
      <dgm:prSet presAssocID="{04B6EB49-A457-0347-BEDC-E1506CA7F522}" presName="hierRoot2" presStyleCnt="0">
        <dgm:presLayoutVars>
          <dgm:hierBranch val="init"/>
        </dgm:presLayoutVars>
      </dgm:prSet>
      <dgm:spPr/>
    </dgm:pt>
    <dgm:pt modelId="{2FCC727C-2DEE-7945-A741-B181C692BA25}" type="pres">
      <dgm:prSet presAssocID="{04B6EB49-A457-0347-BEDC-E1506CA7F522}" presName="rootComposite" presStyleCnt="0"/>
      <dgm:spPr/>
    </dgm:pt>
    <dgm:pt modelId="{16811B57-F01A-9342-A50D-E24A535F9D62}" type="pres">
      <dgm:prSet presAssocID="{04B6EB49-A457-0347-BEDC-E1506CA7F522}" presName="rootText" presStyleLbl="node2" presStyleIdx="0" presStyleCnt="3">
        <dgm:presLayoutVars>
          <dgm:chPref val="3"/>
        </dgm:presLayoutVars>
      </dgm:prSet>
      <dgm:spPr/>
    </dgm:pt>
    <dgm:pt modelId="{A067F6D1-97B4-604B-9EDE-3A14405829B1}" type="pres">
      <dgm:prSet presAssocID="{04B6EB49-A457-0347-BEDC-E1506CA7F522}" presName="rootConnector" presStyleLbl="node2" presStyleIdx="0" presStyleCnt="3"/>
      <dgm:spPr/>
    </dgm:pt>
    <dgm:pt modelId="{DFB17C0B-8999-8B48-9D2D-92FC6FDC3B75}" type="pres">
      <dgm:prSet presAssocID="{04B6EB49-A457-0347-BEDC-E1506CA7F522}" presName="hierChild4" presStyleCnt="0"/>
      <dgm:spPr/>
    </dgm:pt>
    <dgm:pt modelId="{F1C2090A-DA1F-1243-BE36-75CB87AE6018}" type="pres">
      <dgm:prSet presAssocID="{04B6EB49-A457-0347-BEDC-E1506CA7F522}" presName="hierChild5" presStyleCnt="0"/>
      <dgm:spPr/>
    </dgm:pt>
    <dgm:pt modelId="{2FFA95EE-E831-3346-946E-1BC6011DE547}" type="pres">
      <dgm:prSet presAssocID="{A19CAE2B-2448-E94A-9662-C8DE23A88C50}" presName="Name37" presStyleLbl="parChTrans1D2" presStyleIdx="1" presStyleCnt="4"/>
      <dgm:spPr/>
    </dgm:pt>
    <dgm:pt modelId="{E75BFBD1-0DE5-E240-944D-CF829E04C744}" type="pres">
      <dgm:prSet presAssocID="{749AF531-DE4B-F748-9490-E9F51847044B}" presName="hierRoot2" presStyleCnt="0">
        <dgm:presLayoutVars>
          <dgm:hierBranch val="init"/>
        </dgm:presLayoutVars>
      </dgm:prSet>
      <dgm:spPr/>
    </dgm:pt>
    <dgm:pt modelId="{67946DE2-E8B0-5D44-9886-0E73DFE1BB5B}" type="pres">
      <dgm:prSet presAssocID="{749AF531-DE4B-F748-9490-E9F51847044B}" presName="rootComposite" presStyleCnt="0"/>
      <dgm:spPr/>
    </dgm:pt>
    <dgm:pt modelId="{91AD5707-3C19-8042-88AF-434796642DE6}" type="pres">
      <dgm:prSet presAssocID="{749AF531-DE4B-F748-9490-E9F51847044B}" presName="rootText" presStyleLbl="node2" presStyleIdx="1" presStyleCnt="3">
        <dgm:presLayoutVars>
          <dgm:chPref val="3"/>
        </dgm:presLayoutVars>
      </dgm:prSet>
      <dgm:spPr/>
    </dgm:pt>
    <dgm:pt modelId="{46F75D6B-7AF9-064D-A3C0-588BC5DC3B35}" type="pres">
      <dgm:prSet presAssocID="{749AF531-DE4B-F748-9490-E9F51847044B}" presName="rootConnector" presStyleLbl="node2" presStyleIdx="1" presStyleCnt="3"/>
      <dgm:spPr/>
    </dgm:pt>
    <dgm:pt modelId="{650CBEEE-1105-A144-ADFC-E9DC821D9ADC}" type="pres">
      <dgm:prSet presAssocID="{749AF531-DE4B-F748-9490-E9F51847044B}" presName="hierChild4" presStyleCnt="0"/>
      <dgm:spPr/>
    </dgm:pt>
    <dgm:pt modelId="{FBAF56B6-D83A-9545-B18F-C3360DC3D8D5}" type="pres">
      <dgm:prSet presAssocID="{749AF531-DE4B-F748-9490-E9F51847044B}" presName="hierChild5" presStyleCnt="0"/>
      <dgm:spPr/>
    </dgm:pt>
    <dgm:pt modelId="{C7E0D1EF-133B-E042-9DA7-B51395A1D0DE}" type="pres">
      <dgm:prSet presAssocID="{848D7735-2014-024E-A1B1-EC60DF30D738}" presName="Name37" presStyleLbl="parChTrans1D2" presStyleIdx="2" presStyleCnt="4"/>
      <dgm:spPr/>
    </dgm:pt>
    <dgm:pt modelId="{93E6D9CC-BA7D-054E-B91E-E59836F046E6}" type="pres">
      <dgm:prSet presAssocID="{A471E11A-CC00-D844-949E-6B17E9F99340}" presName="hierRoot2" presStyleCnt="0">
        <dgm:presLayoutVars>
          <dgm:hierBranch val="init"/>
        </dgm:presLayoutVars>
      </dgm:prSet>
      <dgm:spPr/>
    </dgm:pt>
    <dgm:pt modelId="{2E46C656-0DB0-D347-9167-19DEBF1F79DF}" type="pres">
      <dgm:prSet presAssocID="{A471E11A-CC00-D844-949E-6B17E9F99340}" presName="rootComposite" presStyleCnt="0"/>
      <dgm:spPr/>
    </dgm:pt>
    <dgm:pt modelId="{505833C0-A800-F54E-96F5-A92860A930F2}" type="pres">
      <dgm:prSet presAssocID="{A471E11A-CC00-D844-949E-6B17E9F99340}" presName="rootText" presStyleLbl="node2" presStyleIdx="2" presStyleCnt="3">
        <dgm:presLayoutVars>
          <dgm:chPref val="3"/>
        </dgm:presLayoutVars>
      </dgm:prSet>
      <dgm:spPr/>
    </dgm:pt>
    <dgm:pt modelId="{3F4E1BB7-AA95-2648-8FC2-9675A1FF371E}" type="pres">
      <dgm:prSet presAssocID="{A471E11A-CC00-D844-949E-6B17E9F99340}" presName="rootConnector" presStyleLbl="node2" presStyleIdx="2" presStyleCnt="3"/>
      <dgm:spPr/>
    </dgm:pt>
    <dgm:pt modelId="{DCEE00A7-C197-C843-8A76-55FBF27A5078}" type="pres">
      <dgm:prSet presAssocID="{A471E11A-CC00-D844-949E-6B17E9F99340}" presName="hierChild4" presStyleCnt="0"/>
      <dgm:spPr/>
    </dgm:pt>
    <dgm:pt modelId="{306690A6-EB32-024D-B631-8AA25A5CFB47}" type="pres">
      <dgm:prSet presAssocID="{A471E11A-CC00-D844-949E-6B17E9F99340}" presName="hierChild5" presStyleCnt="0"/>
      <dgm:spPr/>
    </dgm:pt>
    <dgm:pt modelId="{CFCE870A-85B7-5145-800C-068C5853BC31}" type="pres">
      <dgm:prSet presAssocID="{6022D2D6-7CC9-DE4A-8712-CA77444FFD6A}" presName="hierChild3" presStyleCnt="0"/>
      <dgm:spPr/>
    </dgm:pt>
    <dgm:pt modelId="{B5BC2A70-6BFD-1E49-8072-D161A1879AB7}" type="pres">
      <dgm:prSet presAssocID="{1155A9FD-AC91-0B4F-8128-255F228EA8B1}" presName="Name111" presStyleLbl="parChTrans1D2" presStyleIdx="3" presStyleCnt="4"/>
      <dgm:spPr/>
    </dgm:pt>
    <dgm:pt modelId="{40165B54-314F-4345-8278-ED432C06FF57}" type="pres">
      <dgm:prSet presAssocID="{815DBFB2-8987-7E4D-92FB-11197E96AF55}" presName="hierRoot3" presStyleCnt="0">
        <dgm:presLayoutVars>
          <dgm:hierBranch val="init"/>
        </dgm:presLayoutVars>
      </dgm:prSet>
      <dgm:spPr/>
    </dgm:pt>
    <dgm:pt modelId="{B35BF3BD-FA65-B844-9B7D-B8B46E8C8452}" type="pres">
      <dgm:prSet presAssocID="{815DBFB2-8987-7E4D-92FB-11197E96AF55}" presName="rootComposite3" presStyleCnt="0"/>
      <dgm:spPr/>
    </dgm:pt>
    <dgm:pt modelId="{531FBE69-6A4E-594F-BBA8-0764D68F9E39}" type="pres">
      <dgm:prSet presAssocID="{815DBFB2-8987-7E4D-92FB-11197E96AF55}" presName="rootText3" presStyleLbl="asst1" presStyleIdx="0" presStyleCnt="1">
        <dgm:presLayoutVars>
          <dgm:chPref val="3"/>
        </dgm:presLayoutVars>
      </dgm:prSet>
      <dgm:spPr/>
    </dgm:pt>
    <dgm:pt modelId="{90AA34EE-11C8-FD4D-ACCC-D6420410008B}" type="pres">
      <dgm:prSet presAssocID="{815DBFB2-8987-7E4D-92FB-11197E96AF55}" presName="rootConnector3" presStyleLbl="asst1" presStyleIdx="0" presStyleCnt="1"/>
      <dgm:spPr/>
    </dgm:pt>
    <dgm:pt modelId="{C92EE895-DAED-9741-8374-763ED060C333}" type="pres">
      <dgm:prSet presAssocID="{815DBFB2-8987-7E4D-92FB-11197E96AF55}" presName="hierChild6" presStyleCnt="0"/>
      <dgm:spPr/>
    </dgm:pt>
    <dgm:pt modelId="{426D0D8D-E2CA-4E4F-AD37-412A3B2CFD08}" type="pres">
      <dgm:prSet presAssocID="{815DBFB2-8987-7E4D-92FB-11197E96AF55}" presName="hierChild7" presStyleCnt="0"/>
      <dgm:spPr/>
    </dgm:pt>
  </dgm:ptLst>
  <dgm:cxnLst>
    <dgm:cxn modelId="{1BF64500-EFCF-D940-AE3C-8599926849A9}" type="presOf" srcId="{1155A9FD-AC91-0B4F-8128-255F228EA8B1}" destId="{B5BC2A70-6BFD-1E49-8072-D161A1879AB7}" srcOrd="0" destOrd="0" presId="urn:microsoft.com/office/officeart/2005/8/layout/orgChart1"/>
    <dgm:cxn modelId="{F6F09906-6BF1-5F4E-B049-F1D9C3852DFE}" type="presOf" srcId="{C0F54802-5441-2F47-97C8-3675979B8C3C}" destId="{57338075-BFDA-2F46-BAF3-759F5C1AC7D2}" srcOrd="0" destOrd="0" presId="urn:microsoft.com/office/officeart/2005/8/layout/orgChart1"/>
    <dgm:cxn modelId="{C0725809-D136-2047-8446-6602A8A1BA71}" type="presOf" srcId="{6022D2D6-7CC9-DE4A-8712-CA77444FFD6A}" destId="{B880B4E1-FC71-A24C-9390-7891F29F07B2}" srcOrd="1" destOrd="0" presId="urn:microsoft.com/office/officeart/2005/8/layout/orgChart1"/>
    <dgm:cxn modelId="{41059131-84D3-B946-9D29-9FDBAEB39B4B}" srcId="{6022D2D6-7CC9-DE4A-8712-CA77444FFD6A}" destId="{04B6EB49-A457-0347-BEDC-E1506CA7F522}" srcOrd="1" destOrd="0" parTransId="{3025FE25-11EA-4E4B-97B3-CC6972166969}" sibTransId="{6B23DBED-2F03-3148-8EC8-51DDAF707715}"/>
    <dgm:cxn modelId="{2E265E38-1051-AF4C-B352-0FD8F2128293}" type="presOf" srcId="{749AF531-DE4B-F748-9490-E9F51847044B}" destId="{91AD5707-3C19-8042-88AF-434796642DE6}" srcOrd="0" destOrd="0" presId="urn:microsoft.com/office/officeart/2005/8/layout/orgChart1"/>
    <dgm:cxn modelId="{F265CF42-2811-C744-9BB6-DCA67D0F2E3B}" type="presOf" srcId="{04B6EB49-A457-0347-BEDC-E1506CA7F522}" destId="{16811B57-F01A-9342-A50D-E24A535F9D62}" srcOrd="0" destOrd="0" presId="urn:microsoft.com/office/officeart/2005/8/layout/orgChart1"/>
    <dgm:cxn modelId="{8B426C4F-74F6-E947-901F-2640E4BC4114}" srcId="{6022D2D6-7CC9-DE4A-8712-CA77444FFD6A}" destId="{749AF531-DE4B-F748-9490-E9F51847044B}" srcOrd="2" destOrd="0" parTransId="{A19CAE2B-2448-E94A-9662-C8DE23A88C50}" sibTransId="{F43AA6D2-8098-8D4F-9903-ED5FBDB65601}"/>
    <dgm:cxn modelId="{617A6C57-D6D2-CF43-A563-83C0F886EEB7}" type="presOf" srcId="{A471E11A-CC00-D844-949E-6B17E9F99340}" destId="{505833C0-A800-F54E-96F5-A92860A930F2}" srcOrd="0" destOrd="0" presId="urn:microsoft.com/office/officeart/2005/8/layout/orgChart1"/>
    <dgm:cxn modelId="{B7A60A5B-38C0-784B-986C-ED51A40873EE}" type="presOf" srcId="{6022D2D6-7CC9-DE4A-8712-CA77444FFD6A}" destId="{D3876002-3591-504A-AB15-05E4560ECA1D}" srcOrd="0" destOrd="0" presId="urn:microsoft.com/office/officeart/2005/8/layout/orgChart1"/>
    <dgm:cxn modelId="{0442BD7A-6DC3-EF4B-B531-86CDE94E300A}" type="presOf" srcId="{3025FE25-11EA-4E4B-97B3-CC6972166969}" destId="{19D20CAB-D951-C640-A656-592AE2A67043}" srcOrd="0" destOrd="0" presId="urn:microsoft.com/office/officeart/2005/8/layout/orgChart1"/>
    <dgm:cxn modelId="{68FB6E7D-FAC3-F249-B39F-031E26EC5008}" type="presOf" srcId="{04B6EB49-A457-0347-BEDC-E1506CA7F522}" destId="{A067F6D1-97B4-604B-9EDE-3A14405829B1}" srcOrd="1" destOrd="0" presId="urn:microsoft.com/office/officeart/2005/8/layout/orgChart1"/>
    <dgm:cxn modelId="{4077729D-2740-2942-AF17-62A37DCB4DB1}" srcId="{C0F54802-5441-2F47-97C8-3675979B8C3C}" destId="{6022D2D6-7CC9-DE4A-8712-CA77444FFD6A}" srcOrd="0" destOrd="0" parTransId="{3EE59E3A-FAB8-D446-9539-4416FB5342B9}" sibTransId="{4ED1E275-7383-EA45-941A-D1B45D74890F}"/>
    <dgm:cxn modelId="{12B0A29E-1A5A-FA45-8235-2E90F9EC00EC}" srcId="{6022D2D6-7CC9-DE4A-8712-CA77444FFD6A}" destId="{815DBFB2-8987-7E4D-92FB-11197E96AF55}" srcOrd="0" destOrd="0" parTransId="{1155A9FD-AC91-0B4F-8128-255F228EA8B1}" sibTransId="{AE2D021A-0B2E-4447-8AB3-B8F111F22480}"/>
    <dgm:cxn modelId="{83937DA3-AE17-7E43-9F9A-8CC8ACBF8F2B}" type="presOf" srcId="{749AF531-DE4B-F748-9490-E9F51847044B}" destId="{46F75D6B-7AF9-064D-A3C0-588BC5DC3B35}" srcOrd="1" destOrd="0" presId="urn:microsoft.com/office/officeart/2005/8/layout/orgChart1"/>
    <dgm:cxn modelId="{0119F5D7-2A60-524A-A566-D4D8103DFEA3}" type="presOf" srcId="{848D7735-2014-024E-A1B1-EC60DF30D738}" destId="{C7E0D1EF-133B-E042-9DA7-B51395A1D0DE}" srcOrd="0" destOrd="0" presId="urn:microsoft.com/office/officeart/2005/8/layout/orgChart1"/>
    <dgm:cxn modelId="{01851ED9-315F-3C4F-A270-37480FB8EAAD}" type="presOf" srcId="{815DBFB2-8987-7E4D-92FB-11197E96AF55}" destId="{531FBE69-6A4E-594F-BBA8-0764D68F9E39}" srcOrd="0" destOrd="0" presId="urn:microsoft.com/office/officeart/2005/8/layout/orgChart1"/>
    <dgm:cxn modelId="{50FF89EC-5B48-C14C-A857-7A115310F82B}" type="presOf" srcId="{A471E11A-CC00-D844-949E-6B17E9F99340}" destId="{3F4E1BB7-AA95-2648-8FC2-9675A1FF371E}" srcOrd="1" destOrd="0" presId="urn:microsoft.com/office/officeart/2005/8/layout/orgChart1"/>
    <dgm:cxn modelId="{886605EE-3A14-4641-AEE2-8FE9F084E0A4}" type="presOf" srcId="{815DBFB2-8987-7E4D-92FB-11197E96AF55}" destId="{90AA34EE-11C8-FD4D-ACCC-D6420410008B}" srcOrd="1" destOrd="0" presId="urn:microsoft.com/office/officeart/2005/8/layout/orgChart1"/>
    <dgm:cxn modelId="{A90E8CEF-C1DF-D144-B510-68E25ADB4E0E}" srcId="{6022D2D6-7CC9-DE4A-8712-CA77444FFD6A}" destId="{A471E11A-CC00-D844-949E-6B17E9F99340}" srcOrd="3" destOrd="0" parTransId="{848D7735-2014-024E-A1B1-EC60DF30D738}" sibTransId="{45765DAF-CD47-C54B-9C5D-C7ED04D0F7BD}"/>
    <dgm:cxn modelId="{A875D2F8-AC3E-5E4F-A142-EA0E419F8342}" type="presOf" srcId="{A19CAE2B-2448-E94A-9662-C8DE23A88C50}" destId="{2FFA95EE-E831-3346-946E-1BC6011DE547}" srcOrd="0" destOrd="0" presId="urn:microsoft.com/office/officeart/2005/8/layout/orgChart1"/>
    <dgm:cxn modelId="{3F04300C-ACF6-D549-B121-35FB2D5DC53C}" type="presParOf" srcId="{57338075-BFDA-2F46-BAF3-759F5C1AC7D2}" destId="{0C73737C-F554-0646-8948-87722404D7D7}" srcOrd="0" destOrd="0" presId="urn:microsoft.com/office/officeart/2005/8/layout/orgChart1"/>
    <dgm:cxn modelId="{C383FBCF-0F4E-2943-81B5-3CF87BA43CB4}" type="presParOf" srcId="{0C73737C-F554-0646-8948-87722404D7D7}" destId="{54AE2D7B-B937-0D46-A10E-128BCA87CCF0}" srcOrd="0" destOrd="0" presId="urn:microsoft.com/office/officeart/2005/8/layout/orgChart1"/>
    <dgm:cxn modelId="{DE15ABD8-CBC0-6541-8C6F-EF709BD6277B}" type="presParOf" srcId="{54AE2D7B-B937-0D46-A10E-128BCA87CCF0}" destId="{D3876002-3591-504A-AB15-05E4560ECA1D}" srcOrd="0" destOrd="0" presId="urn:microsoft.com/office/officeart/2005/8/layout/orgChart1"/>
    <dgm:cxn modelId="{CAF5BAAA-A2AF-354A-8A87-2747148C2BCA}" type="presParOf" srcId="{54AE2D7B-B937-0D46-A10E-128BCA87CCF0}" destId="{B880B4E1-FC71-A24C-9390-7891F29F07B2}" srcOrd="1" destOrd="0" presId="urn:microsoft.com/office/officeart/2005/8/layout/orgChart1"/>
    <dgm:cxn modelId="{ADC2B35D-C6EF-5246-823F-E124713B82A6}" type="presParOf" srcId="{0C73737C-F554-0646-8948-87722404D7D7}" destId="{76CABEEC-6262-154D-8A0D-489BAAFBA490}" srcOrd="1" destOrd="0" presId="urn:microsoft.com/office/officeart/2005/8/layout/orgChart1"/>
    <dgm:cxn modelId="{C6CEC1BC-9174-A545-A8AA-82267B6B82EB}" type="presParOf" srcId="{76CABEEC-6262-154D-8A0D-489BAAFBA490}" destId="{19D20CAB-D951-C640-A656-592AE2A67043}" srcOrd="0" destOrd="0" presId="urn:microsoft.com/office/officeart/2005/8/layout/orgChart1"/>
    <dgm:cxn modelId="{310DB49D-765E-E945-97F6-D82A9C2A2181}" type="presParOf" srcId="{76CABEEC-6262-154D-8A0D-489BAAFBA490}" destId="{23D8B8DF-67E0-5541-86AF-778A22E51A6E}" srcOrd="1" destOrd="0" presId="urn:microsoft.com/office/officeart/2005/8/layout/orgChart1"/>
    <dgm:cxn modelId="{CDE7F2EF-8604-3743-A890-4270E3F3D23F}" type="presParOf" srcId="{23D8B8DF-67E0-5541-86AF-778A22E51A6E}" destId="{2FCC727C-2DEE-7945-A741-B181C692BA25}" srcOrd="0" destOrd="0" presId="urn:microsoft.com/office/officeart/2005/8/layout/orgChart1"/>
    <dgm:cxn modelId="{C35E6853-115B-F64E-B919-B9BF03B0F77D}" type="presParOf" srcId="{2FCC727C-2DEE-7945-A741-B181C692BA25}" destId="{16811B57-F01A-9342-A50D-E24A535F9D62}" srcOrd="0" destOrd="0" presId="urn:microsoft.com/office/officeart/2005/8/layout/orgChart1"/>
    <dgm:cxn modelId="{0DF11003-9E73-6D49-A5AE-4A8C44B9236F}" type="presParOf" srcId="{2FCC727C-2DEE-7945-A741-B181C692BA25}" destId="{A067F6D1-97B4-604B-9EDE-3A14405829B1}" srcOrd="1" destOrd="0" presId="urn:microsoft.com/office/officeart/2005/8/layout/orgChart1"/>
    <dgm:cxn modelId="{C7D3C380-55AC-AA4D-8E61-0CEF5A46A003}" type="presParOf" srcId="{23D8B8DF-67E0-5541-86AF-778A22E51A6E}" destId="{DFB17C0B-8999-8B48-9D2D-92FC6FDC3B75}" srcOrd="1" destOrd="0" presId="urn:microsoft.com/office/officeart/2005/8/layout/orgChart1"/>
    <dgm:cxn modelId="{0A03A223-277A-ED4E-9C43-B1B1F3F48A10}" type="presParOf" srcId="{23D8B8DF-67E0-5541-86AF-778A22E51A6E}" destId="{F1C2090A-DA1F-1243-BE36-75CB87AE6018}" srcOrd="2" destOrd="0" presId="urn:microsoft.com/office/officeart/2005/8/layout/orgChart1"/>
    <dgm:cxn modelId="{B2EC1643-DA1A-3B46-A2C6-2727D62D3958}" type="presParOf" srcId="{76CABEEC-6262-154D-8A0D-489BAAFBA490}" destId="{2FFA95EE-E831-3346-946E-1BC6011DE547}" srcOrd="2" destOrd="0" presId="urn:microsoft.com/office/officeart/2005/8/layout/orgChart1"/>
    <dgm:cxn modelId="{589E13F3-1A0D-8145-B0D8-E51A3A890F1E}" type="presParOf" srcId="{76CABEEC-6262-154D-8A0D-489BAAFBA490}" destId="{E75BFBD1-0DE5-E240-944D-CF829E04C744}" srcOrd="3" destOrd="0" presId="urn:microsoft.com/office/officeart/2005/8/layout/orgChart1"/>
    <dgm:cxn modelId="{231A1E51-AA26-A244-BB6C-5EA27B5C27BC}" type="presParOf" srcId="{E75BFBD1-0DE5-E240-944D-CF829E04C744}" destId="{67946DE2-E8B0-5D44-9886-0E73DFE1BB5B}" srcOrd="0" destOrd="0" presId="urn:microsoft.com/office/officeart/2005/8/layout/orgChart1"/>
    <dgm:cxn modelId="{95E9624C-2A0F-EA41-A888-D5708D1C6296}" type="presParOf" srcId="{67946DE2-E8B0-5D44-9886-0E73DFE1BB5B}" destId="{91AD5707-3C19-8042-88AF-434796642DE6}" srcOrd="0" destOrd="0" presId="urn:microsoft.com/office/officeart/2005/8/layout/orgChart1"/>
    <dgm:cxn modelId="{CC59AB54-2928-6947-A3A2-10787C15043F}" type="presParOf" srcId="{67946DE2-E8B0-5D44-9886-0E73DFE1BB5B}" destId="{46F75D6B-7AF9-064D-A3C0-588BC5DC3B35}" srcOrd="1" destOrd="0" presId="urn:microsoft.com/office/officeart/2005/8/layout/orgChart1"/>
    <dgm:cxn modelId="{09099F1B-9DF8-824D-9DC0-D3F290D16216}" type="presParOf" srcId="{E75BFBD1-0DE5-E240-944D-CF829E04C744}" destId="{650CBEEE-1105-A144-ADFC-E9DC821D9ADC}" srcOrd="1" destOrd="0" presId="urn:microsoft.com/office/officeart/2005/8/layout/orgChart1"/>
    <dgm:cxn modelId="{D089181B-09F1-6045-A59B-62B56C8DA8CC}" type="presParOf" srcId="{E75BFBD1-0DE5-E240-944D-CF829E04C744}" destId="{FBAF56B6-D83A-9545-B18F-C3360DC3D8D5}" srcOrd="2" destOrd="0" presId="urn:microsoft.com/office/officeart/2005/8/layout/orgChart1"/>
    <dgm:cxn modelId="{396E1EF7-3BAF-8B4A-814A-01166CDE573E}" type="presParOf" srcId="{76CABEEC-6262-154D-8A0D-489BAAFBA490}" destId="{C7E0D1EF-133B-E042-9DA7-B51395A1D0DE}" srcOrd="4" destOrd="0" presId="urn:microsoft.com/office/officeart/2005/8/layout/orgChart1"/>
    <dgm:cxn modelId="{9A6CE9FE-B6F5-844C-B232-550DE1277814}" type="presParOf" srcId="{76CABEEC-6262-154D-8A0D-489BAAFBA490}" destId="{93E6D9CC-BA7D-054E-B91E-E59836F046E6}" srcOrd="5" destOrd="0" presId="urn:microsoft.com/office/officeart/2005/8/layout/orgChart1"/>
    <dgm:cxn modelId="{4AE8B9C6-8F89-4442-8EF5-3CCA3A24625D}" type="presParOf" srcId="{93E6D9CC-BA7D-054E-B91E-E59836F046E6}" destId="{2E46C656-0DB0-D347-9167-19DEBF1F79DF}" srcOrd="0" destOrd="0" presId="urn:microsoft.com/office/officeart/2005/8/layout/orgChart1"/>
    <dgm:cxn modelId="{2ACDF29C-5BF4-5F46-958A-BF5EF33D1393}" type="presParOf" srcId="{2E46C656-0DB0-D347-9167-19DEBF1F79DF}" destId="{505833C0-A800-F54E-96F5-A92860A930F2}" srcOrd="0" destOrd="0" presId="urn:microsoft.com/office/officeart/2005/8/layout/orgChart1"/>
    <dgm:cxn modelId="{B0D68816-0F30-964C-A98F-234222702B9C}" type="presParOf" srcId="{2E46C656-0DB0-D347-9167-19DEBF1F79DF}" destId="{3F4E1BB7-AA95-2648-8FC2-9675A1FF371E}" srcOrd="1" destOrd="0" presId="urn:microsoft.com/office/officeart/2005/8/layout/orgChart1"/>
    <dgm:cxn modelId="{8FB22556-66DB-AB46-B9B2-05FECEA97F36}" type="presParOf" srcId="{93E6D9CC-BA7D-054E-B91E-E59836F046E6}" destId="{DCEE00A7-C197-C843-8A76-55FBF27A5078}" srcOrd="1" destOrd="0" presId="urn:microsoft.com/office/officeart/2005/8/layout/orgChart1"/>
    <dgm:cxn modelId="{6997AFA8-01EA-F64E-8375-52B174A5D161}" type="presParOf" srcId="{93E6D9CC-BA7D-054E-B91E-E59836F046E6}" destId="{306690A6-EB32-024D-B631-8AA25A5CFB47}" srcOrd="2" destOrd="0" presId="urn:microsoft.com/office/officeart/2005/8/layout/orgChart1"/>
    <dgm:cxn modelId="{9147BC6A-905C-5C46-8055-0F59D60257A5}" type="presParOf" srcId="{0C73737C-F554-0646-8948-87722404D7D7}" destId="{CFCE870A-85B7-5145-800C-068C5853BC31}" srcOrd="2" destOrd="0" presId="urn:microsoft.com/office/officeart/2005/8/layout/orgChart1"/>
    <dgm:cxn modelId="{F7830D85-057D-8C4F-86BC-6CD96B76B2CE}" type="presParOf" srcId="{CFCE870A-85B7-5145-800C-068C5853BC31}" destId="{B5BC2A70-6BFD-1E49-8072-D161A1879AB7}" srcOrd="0" destOrd="0" presId="urn:microsoft.com/office/officeart/2005/8/layout/orgChart1"/>
    <dgm:cxn modelId="{479C296B-77AD-5D45-A109-B2AF0974F83B}" type="presParOf" srcId="{CFCE870A-85B7-5145-800C-068C5853BC31}" destId="{40165B54-314F-4345-8278-ED432C06FF57}" srcOrd="1" destOrd="0" presId="urn:microsoft.com/office/officeart/2005/8/layout/orgChart1"/>
    <dgm:cxn modelId="{BB018E43-BA28-6049-B59B-168BB7E23CBF}" type="presParOf" srcId="{40165B54-314F-4345-8278-ED432C06FF57}" destId="{B35BF3BD-FA65-B844-9B7D-B8B46E8C8452}" srcOrd="0" destOrd="0" presId="urn:microsoft.com/office/officeart/2005/8/layout/orgChart1"/>
    <dgm:cxn modelId="{D9D99062-A7F9-6547-9A38-B1A4DD479782}" type="presParOf" srcId="{B35BF3BD-FA65-B844-9B7D-B8B46E8C8452}" destId="{531FBE69-6A4E-594F-BBA8-0764D68F9E39}" srcOrd="0" destOrd="0" presId="urn:microsoft.com/office/officeart/2005/8/layout/orgChart1"/>
    <dgm:cxn modelId="{16D3F522-33CA-6C4D-A070-32C9CE02C0F9}" type="presParOf" srcId="{B35BF3BD-FA65-B844-9B7D-B8B46E8C8452}" destId="{90AA34EE-11C8-FD4D-ACCC-D6420410008B}" srcOrd="1" destOrd="0" presId="urn:microsoft.com/office/officeart/2005/8/layout/orgChart1"/>
    <dgm:cxn modelId="{4BDA2F79-080A-2146-8021-2635FEC13BBE}" type="presParOf" srcId="{40165B54-314F-4345-8278-ED432C06FF57}" destId="{C92EE895-DAED-9741-8374-763ED060C333}" srcOrd="1" destOrd="0" presId="urn:microsoft.com/office/officeart/2005/8/layout/orgChart1"/>
    <dgm:cxn modelId="{AD833B40-5551-6646-A48A-9AF9D00D012F}" type="presParOf" srcId="{40165B54-314F-4345-8278-ED432C06FF57}" destId="{426D0D8D-E2CA-4E4F-AD37-412A3B2CFD0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C2A70-6BFD-1E49-8072-D161A1879AB7}">
      <dsp:nvSpPr>
        <dsp:cNvPr id="0" name=""/>
        <dsp:cNvSpPr/>
      </dsp:nvSpPr>
      <dsp:spPr>
        <a:xfrm>
          <a:off x="3814489" y="1616240"/>
          <a:ext cx="249510" cy="1093092"/>
        </a:xfrm>
        <a:custGeom>
          <a:avLst/>
          <a:gdLst/>
          <a:ahLst/>
          <a:cxnLst/>
          <a:rect l="0" t="0" r="0" b="0"/>
          <a:pathLst>
            <a:path>
              <a:moveTo>
                <a:pt x="249510" y="0"/>
              </a:moveTo>
              <a:lnTo>
                <a:pt x="249510" y="1093092"/>
              </a:lnTo>
              <a:lnTo>
                <a:pt x="0" y="10930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0D1EF-133B-E042-9DA7-B51395A1D0DE}">
      <dsp:nvSpPr>
        <dsp:cNvPr id="0" name=""/>
        <dsp:cNvSpPr/>
      </dsp:nvSpPr>
      <dsp:spPr>
        <a:xfrm>
          <a:off x="406400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6675"/>
              </a:lnTo>
              <a:lnTo>
                <a:pt x="2875309" y="1936675"/>
              </a:lnTo>
              <a:lnTo>
                <a:pt x="2875309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FA95EE-E831-3346-946E-1BC6011DE547}">
      <dsp:nvSpPr>
        <dsp:cNvPr id="0" name=""/>
        <dsp:cNvSpPr/>
      </dsp:nvSpPr>
      <dsp:spPr>
        <a:xfrm>
          <a:off x="4018280" y="1616240"/>
          <a:ext cx="91440" cy="21861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20CAB-D951-C640-A656-592AE2A67043}">
      <dsp:nvSpPr>
        <dsp:cNvPr id="0" name=""/>
        <dsp:cNvSpPr/>
      </dsp:nvSpPr>
      <dsp:spPr>
        <a:xfrm>
          <a:off x="118869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1936675"/>
              </a:lnTo>
              <a:lnTo>
                <a:pt x="0" y="1936675"/>
              </a:lnTo>
              <a:lnTo>
                <a:pt x="0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76002-3591-504A-AB15-05E4560ECA1D}">
      <dsp:nvSpPr>
        <dsp:cNvPr id="0" name=""/>
        <dsp:cNvSpPr/>
      </dsp:nvSpPr>
      <dsp:spPr>
        <a:xfrm>
          <a:off x="2875855" y="42809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2875855" y="428096"/>
        <a:ext cx="2376289" cy="1188144"/>
      </dsp:txXfrm>
    </dsp:sp>
    <dsp:sp modelId="{16811B57-F01A-9342-A50D-E24A535F9D62}">
      <dsp:nvSpPr>
        <dsp:cNvPr id="0" name=""/>
        <dsp:cNvSpPr/>
      </dsp:nvSpPr>
      <dsp:spPr>
        <a:xfrm>
          <a:off x="54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45" y="3802426"/>
        <a:ext cx="2376289" cy="1188144"/>
      </dsp:txXfrm>
    </dsp:sp>
    <dsp:sp modelId="{91AD5707-3C19-8042-88AF-434796642DE6}">
      <dsp:nvSpPr>
        <dsp:cNvPr id="0" name=""/>
        <dsp:cNvSpPr/>
      </dsp:nvSpPr>
      <dsp:spPr>
        <a:xfrm>
          <a:off x="287585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2875855" y="3802426"/>
        <a:ext cx="2376289" cy="1188144"/>
      </dsp:txXfrm>
    </dsp:sp>
    <dsp:sp modelId="{505833C0-A800-F54E-96F5-A92860A930F2}">
      <dsp:nvSpPr>
        <dsp:cNvPr id="0" name=""/>
        <dsp:cNvSpPr/>
      </dsp:nvSpPr>
      <dsp:spPr>
        <a:xfrm>
          <a:off x="575116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751165" y="3802426"/>
        <a:ext cx="2376289" cy="1188144"/>
      </dsp:txXfrm>
    </dsp:sp>
    <dsp:sp modelId="{531FBE69-6A4E-594F-BBA8-0764D68F9E39}">
      <dsp:nvSpPr>
        <dsp:cNvPr id="0" name=""/>
        <dsp:cNvSpPr/>
      </dsp:nvSpPr>
      <dsp:spPr>
        <a:xfrm>
          <a:off x="1438200" y="2115261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1438200" y="2115261"/>
        <a:ext cx="2376289" cy="1188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F607-8E4F-23BB-2D88-2306E393F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FE250-81DC-55D8-0BF5-2519B80E7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BD403-C026-0B4E-CE5D-3588944A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72953-AAA0-BCB6-9937-F5F2DE64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9628-14AF-5E20-DF71-66855476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8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9C30-6D1F-99D7-08BB-1B12F30D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F8047-E8EA-220C-0991-6FB71FEAD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8D4B2-AC35-D1A3-E40C-C165EAAC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7F2E9-B0CA-96A7-E11A-87E49595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61D77-9AEB-E1AF-149A-C6D0FE19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8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323F-E053-5414-0145-1A510E8E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48A36-F0CE-55F4-4C32-CDCDA802D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6C7DB-C7D9-1DDA-7C35-E7769588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3E3D6-59FA-00B6-5A96-2B7E53C8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35B3E-EB3D-F41C-59E0-7BE05DF4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CFA9F-E0DD-90EE-72DF-A95C68E7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4B67-8B43-2A4A-8013-285921472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124D8-731D-4990-EDB6-797FDD02E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1622C-5725-D236-CEC5-A7599B0D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35F0B-B8A0-DD08-B404-3CE572AD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82D5E-A636-FE9B-67BA-4C39F57D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8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052A-DB4E-B6A6-095D-91874FE0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12F01-3E34-B035-8FFB-721FC3081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58AD5-81E0-B743-7AAB-AB908AB1E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2B3DD-4315-A06A-2788-8CF46722C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88AA7-2F2F-62D4-0AF5-D4A162170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F8300-1594-0EB0-CE37-9BED8C8A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6E0E-F640-8BD0-62C9-A7FED483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C4817-36CE-3F87-093C-6B78FAE7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4F3C-E596-84B9-7AD7-CD79FA60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3A6DB-FEFB-87B4-F448-62708FC7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8767F-BD14-93D7-3295-AA08803E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7E0C3-846A-E020-7E6D-9CE7571A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8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A729C-C6E6-DCFB-093A-FB839F4B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C6E56-EACF-E060-2AD9-846F2727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E6FAD-B6D1-92A0-99F6-87741401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3501-9619-537F-5502-4B124153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84D1-EDFC-2538-27AB-F6A6E66DB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29319-E0C3-E484-B244-09F62CD22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587D1-5E3A-F95D-8050-9CBEE22D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EE104-3965-9745-D957-E1FA5173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D6964-30BC-B5FA-4B12-B2B46CED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2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543D-3FF0-365E-4156-AEBD5D4B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01C42-9FE3-14AE-07F7-C29045818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11D64-0106-AD44-E92B-76774D1A4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EC099-74F2-14D6-8C40-B97A7A7E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60B25-BD5B-84CB-50AD-4BE34692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1DB2D-60EC-D1C8-99BD-16F728F6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5B60-0727-78E7-E65C-64BEA303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BA9AA-F1D8-02AF-E5AB-7C0699542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5D5FF-556F-2FB5-770A-9FDC429A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F755-DD06-EF1F-590A-B8D42218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C68EA-3C9F-053D-86C7-DA3FC641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4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A39538-F834-856B-66A5-B3B901C3E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541FC-18E1-9687-4615-2A60A4A75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751F-8B44-6CE8-0A6B-BA5FE53B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89F3C-ECA4-B01C-CC1A-09B963CF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AA717-7C1C-94A8-410F-57B2B08B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7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3E788-1CC0-F056-AD28-E124BF99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1E4A7-318D-902A-6428-FFF1FEF99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B9607-652A-105D-7872-608E92464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F19F7-225C-E649-8733-60F5AA97797A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607ED-5B24-E651-B0A4-2529A481A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9441-062F-B561-72C8-063833A8D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7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A925-487F-B6D4-A15A-4D1E247A2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4B168-ECC9-5E51-D9F8-2EB491985B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35D868A-89A0-F910-17D6-0CCA5D19C1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98539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660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Jones</dc:creator>
  <cp:lastModifiedBy>Steve Jones</cp:lastModifiedBy>
  <cp:revision>2</cp:revision>
  <dcterms:created xsi:type="dcterms:W3CDTF">2026-04-08T03:33:49Z</dcterms:created>
  <dcterms:modified xsi:type="dcterms:W3CDTF">2026-04-08T12:51:04Z</dcterms:modified>
</cp:coreProperties>
</file>