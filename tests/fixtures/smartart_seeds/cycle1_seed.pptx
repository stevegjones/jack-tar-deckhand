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660"/>
  </p:normalViewPr>
  <p:slideViewPr>
    <p:cSldViewPr snapToGrid="0">
      <p:cViewPr varScale="1">
        <p:scale>
          <a:sx n="118" d="100"/>
          <a:sy n="118" d="100"/>
        </p:scale>
        <p:origin x="48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46B57E5-417C-5B4A-85C3-56BF87D83488}" type="doc">
      <dgm:prSet loTypeId="urn:microsoft.com/office/officeart/2005/8/layout/cycle2" loCatId="" qsTypeId="urn:microsoft.com/office/officeart/2005/8/quickstyle/simple1" qsCatId="simple" csTypeId="urn:microsoft.com/office/officeart/2005/8/colors/accent1_2" csCatId="accent1" phldr="0"/>
      <dgm:spPr/>
      <dgm:t>
        <a:bodyPr/>
        <a:lstStyle/>
        <a:p>
          <a:endParaRPr lang="en-GB"/>
        </a:p>
      </dgm:t>
    </dgm:pt>
    <dgm:pt modelId="{6BB51234-859E-8A43-B5B2-118437AC310E}">
      <dgm:prSet phldrT="[Text]" phldr="1"/>
      <dgm:spPr/>
      <dgm:t>
        <a:bodyPr/>
        <a:lstStyle/>
        <a:p>
          <a:endParaRPr lang="en-GB"/>
        </a:p>
      </dgm:t>
    </dgm:pt>
    <dgm:pt modelId="{B68D84B0-8C44-C740-AC58-718841A9E45E}" type="parTrans" cxnId="{A4599B84-A89E-BC4C-B4DF-0144A70C4D90}">
      <dgm:prSet/>
      <dgm:spPr/>
      <dgm:t>
        <a:bodyPr/>
        <a:lstStyle/>
        <a:p>
          <a:endParaRPr lang="en-GB"/>
        </a:p>
      </dgm:t>
    </dgm:pt>
    <dgm:pt modelId="{7F5B1614-4DF9-154F-9EEF-C1AADEABDE62}" type="sibTrans" cxnId="{A4599B84-A89E-BC4C-B4DF-0144A70C4D90}">
      <dgm:prSet/>
      <dgm:spPr/>
      <dgm:t>
        <a:bodyPr/>
        <a:lstStyle/>
        <a:p>
          <a:endParaRPr lang="en-GB"/>
        </a:p>
      </dgm:t>
    </dgm:pt>
    <dgm:pt modelId="{B54E4382-D9BE-264D-B009-590183535558}">
      <dgm:prSet phldrT="[Text]" phldr="1"/>
      <dgm:spPr/>
      <dgm:t>
        <a:bodyPr/>
        <a:lstStyle/>
        <a:p>
          <a:endParaRPr lang="en-GB"/>
        </a:p>
      </dgm:t>
    </dgm:pt>
    <dgm:pt modelId="{9FF61C82-5C91-CD4D-A2D5-26B62404CD14}" type="parTrans" cxnId="{9CD1634C-6D01-8946-BC4B-46337A882C93}">
      <dgm:prSet/>
      <dgm:spPr/>
      <dgm:t>
        <a:bodyPr/>
        <a:lstStyle/>
        <a:p>
          <a:endParaRPr lang="en-GB"/>
        </a:p>
      </dgm:t>
    </dgm:pt>
    <dgm:pt modelId="{E5D49C58-6BEF-D947-AA26-5C5528F417F0}" type="sibTrans" cxnId="{9CD1634C-6D01-8946-BC4B-46337A882C93}">
      <dgm:prSet/>
      <dgm:spPr/>
      <dgm:t>
        <a:bodyPr/>
        <a:lstStyle/>
        <a:p>
          <a:endParaRPr lang="en-GB"/>
        </a:p>
      </dgm:t>
    </dgm:pt>
    <dgm:pt modelId="{6EF1853D-5EFE-8144-A844-798C5C78F84A}">
      <dgm:prSet phldrT="[Text]" phldr="1"/>
      <dgm:spPr/>
      <dgm:t>
        <a:bodyPr/>
        <a:lstStyle/>
        <a:p>
          <a:endParaRPr lang="en-GB"/>
        </a:p>
      </dgm:t>
    </dgm:pt>
    <dgm:pt modelId="{AE270650-0DF8-274D-8846-84B90AB321D1}" type="parTrans" cxnId="{9FD57330-2CA1-D544-8644-C1C45AE54413}">
      <dgm:prSet/>
      <dgm:spPr/>
      <dgm:t>
        <a:bodyPr/>
        <a:lstStyle/>
        <a:p>
          <a:endParaRPr lang="en-GB"/>
        </a:p>
      </dgm:t>
    </dgm:pt>
    <dgm:pt modelId="{335DD50C-EDDC-EB48-9BDE-F91B319A03CA}" type="sibTrans" cxnId="{9FD57330-2CA1-D544-8644-C1C45AE54413}">
      <dgm:prSet/>
      <dgm:spPr/>
      <dgm:t>
        <a:bodyPr/>
        <a:lstStyle/>
        <a:p>
          <a:endParaRPr lang="en-GB"/>
        </a:p>
      </dgm:t>
    </dgm:pt>
    <dgm:pt modelId="{5FAFF9C8-954B-D84F-AD8A-FEC1529AE01D}">
      <dgm:prSet phldrT="[Text]" phldr="1"/>
      <dgm:spPr/>
      <dgm:t>
        <a:bodyPr/>
        <a:lstStyle/>
        <a:p>
          <a:endParaRPr lang="en-GB"/>
        </a:p>
      </dgm:t>
    </dgm:pt>
    <dgm:pt modelId="{C9B25AE4-9626-B34A-BB94-0BD87A35EF52}" type="parTrans" cxnId="{763AC8BC-7DBF-D548-8145-671E59CDB077}">
      <dgm:prSet/>
      <dgm:spPr/>
      <dgm:t>
        <a:bodyPr/>
        <a:lstStyle/>
        <a:p>
          <a:endParaRPr lang="en-GB"/>
        </a:p>
      </dgm:t>
    </dgm:pt>
    <dgm:pt modelId="{A22B47DB-028A-9448-BE6E-CC16A2843460}" type="sibTrans" cxnId="{763AC8BC-7DBF-D548-8145-671E59CDB077}">
      <dgm:prSet/>
      <dgm:spPr/>
      <dgm:t>
        <a:bodyPr/>
        <a:lstStyle/>
        <a:p>
          <a:endParaRPr lang="en-GB"/>
        </a:p>
      </dgm:t>
    </dgm:pt>
    <dgm:pt modelId="{968F9E5B-685E-1E4F-9C7B-F25040EE728C}">
      <dgm:prSet phldrT="[Text]" phldr="1"/>
      <dgm:spPr/>
      <dgm:t>
        <a:bodyPr/>
        <a:lstStyle/>
        <a:p>
          <a:endParaRPr lang="en-GB"/>
        </a:p>
      </dgm:t>
    </dgm:pt>
    <dgm:pt modelId="{13392AC3-D2B5-E048-9B1B-9169F7C2D881}" type="parTrans" cxnId="{FF55A5A4-3E4C-D846-A2D5-B7AE154B54FF}">
      <dgm:prSet/>
      <dgm:spPr/>
      <dgm:t>
        <a:bodyPr/>
        <a:lstStyle/>
        <a:p>
          <a:endParaRPr lang="en-GB"/>
        </a:p>
      </dgm:t>
    </dgm:pt>
    <dgm:pt modelId="{F7B1BCDC-3D9B-E34A-ACF4-3A7DAA5D5243}" type="sibTrans" cxnId="{FF55A5A4-3E4C-D846-A2D5-B7AE154B54FF}">
      <dgm:prSet/>
      <dgm:spPr/>
      <dgm:t>
        <a:bodyPr/>
        <a:lstStyle/>
        <a:p>
          <a:endParaRPr lang="en-GB"/>
        </a:p>
      </dgm:t>
    </dgm:pt>
    <dgm:pt modelId="{7D823BFF-889E-B349-8E5E-02DDFE8EE88E}" type="pres">
      <dgm:prSet presAssocID="{746B57E5-417C-5B4A-85C3-56BF87D83488}" presName="cycle" presStyleCnt="0">
        <dgm:presLayoutVars>
          <dgm:dir/>
          <dgm:resizeHandles val="exact"/>
        </dgm:presLayoutVars>
      </dgm:prSet>
      <dgm:spPr/>
    </dgm:pt>
    <dgm:pt modelId="{E2F996F0-569F-BD44-AD7E-4E6B49BC5F00}" type="pres">
      <dgm:prSet presAssocID="{6BB51234-859E-8A43-B5B2-118437AC310E}" presName="node" presStyleLbl="node1" presStyleIdx="0" presStyleCnt="5">
        <dgm:presLayoutVars>
          <dgm:bulletEnabled val="1"/>
        </dgm:presLayoutVars>
      </dgm:prSet>
      <dgm:spPr/>
    </dgm:pt>
    <dgm:pt modelId="{5ADDF067-AE92-944B-8761-96A369C4F8E9}" type="pres">
      <dgm:prSet presAssocID="{7F5B1614-4DF9-154F-9EEF-C1AADEABDE62}" presName="sibTrans" presStyleLbl="sibTrans2D1" presStyleIdx="0" presStyleCnt="5"/>
      <dgm:spPr/>
    </dgm:pt>
    <dgm:pt modelId="{D61F6A04-1F11-F445-ADEF-924E10C10574}" type="pres">
      <dgm:prSet presAssocID="{7F5B1614-4DF9-154F-9EEF-C1AADEABDE62}" presName="connectorText" presStyleLbl="sibTrans2D1" presStyleIdx="0" presStyleCnt="5"/>
      <dgm:spPr/>
    </dgm:pt>
    <dgm:pt modelId="{BEED47E4-90F3-5A4E-9F14-5479A7C758AB}" type="pres">
      <dgm:prSet presAssocID="{B54E4382-D9BE-264D-B009-590183535558}" presName="node" presStyleLbl="node1" presStyleIdx="1" presStyleCnt="5">
        <dgm:presLayoutVars>
          <dgm:bulletEnabled val="1"/>
        </dgm:presLayoutVars>
      </dgm:prSet>
      <dgm:spPr/>
    </dgm:pt>
    <dgm:pt modelId="{0B919B6F-B1BA-C34A-A0B1-3450AA5FEFBC}" type="pres">
      <dgm:prSet presAssocID="{E5D49C58-6BEF-D947-AA26-5C5528F417F0}" presName="sibTrans" presStyleLbl="sibTrans2D1" presStyleIdx="1" presStyleCnt="5"/>
      <dgm:spPr/>
    </dgm:pt>
    <dgm:pt modelId="{C8862F34-CC30-0444-BB6D-B15F300BDFAE}" type="pres">
      <dgm:prSet presAssocID="{E5D49C58-6BEF-D947-AA26-5C5528F417F0}" presName="connectorText" presStyleLbl="sibTrans2D1" presStyleIdx="1" presStyleCnt="5"/>
      <dgm:spPr/>
    </dgm:pt>
    <dgm:pt modelId="{55EDF4F1-9AC2-DA45-9D8B-53D29F0D2988}" type="pres">
      <dgm:prSet presAssocID="{6EF1853D-5EFE-8144-A844-798C5C78F84A}" presName="node" presStyleLbl="node1" presStyleIdx="2" presStyleCnt="5">
        <dgm:presLayoutVars>
          <dgm:bulletEnabled val="1"/>
        </dgm:presLayoutVars>
      </dgm:prSet>
      <dgm:spPr/>
    </dgm:pt>
    <dgm:pt modelId="{A1D7DC35-9762-D943-9BCF-25FA56BA3E5E}" type="pres">
      <dgm:prSet presAssocID="{335DD50C-EDDC-EB48-9BDE-F91B319A03CA}" presName="sibTrans" presStyleLbl="sibTrans2D1" presStyleIdx="2" presStyleCnt="5"/>
      <dgm:spPr/>
    </dgm:pt>
    <dgm:pt modelId="{0405E716-918F-C942-8DBA-A281716BB460}" type="pres">
      <dgm:prSet presAssocID="{335DD50C-EDDC-EB48-9BDE-F91B319A03CA}" presName="connectorText" presStyleLbl="sibTrans2D1" presStyleIdx="2" presStyleCnt="5"/>
      <dgm:spPr/>
    </dgm:pt>
    <dgm:pt modelId="{F9971212-DAED-5745-ABE3-F0A56738F339}" type="pres">
      <dgm:prSet presAssocID="{5FAFF9C8-954B-D84F-AD8A-FEC1529AE01D}" presName="node" presStyleLbl="node1" presStyleIdx="3" presStyleCnt="5">
        <dgm:presLayoutVars>
          <dgm:bulletEnabled val="1"/>
        </dgm:presLayoutVars>
      </dgm:prSet>
      <dgm:spPr/>
    </dgm:pt>
    <dgm:pt modelId="{17301C57-ACE1-EE4F-8DD8-A9216CA5F937}" type="pres">
      <dgm:prSet presAssocID="{A22B47DB-028A-9448-BE6E-CC16A2843460}" presName="sibTrans" presStyleLbl="sibTrans2D1" presStyleIdx="3" presStyleCnt="5"/>
      <dgm:spPr/>
    </dgm:pt>
    <dgm:pt modelId="{415AAAC6-51FC-2549-983C-7F0DAB0FEC88}" type="pres">
      <dgm:prSet presAssocID="{A22B47DB-028A-9448-BE6E-CC16A2843460}" presName="connectorText" presStyleLbl="sibTrans2D1" presStyleIdx="3" presStyleCnt="5"/>
      <dgm:spPr/>
    </dgm:pt>
    <dgm:pt modelId="{F81CDB62-EAF1-164A-9DAE-1F09558FC14B}" type="pres">
      <dgm:prSet presAssocID="{968F9E5B-685E-1E4F-9C7B-F25040EE728C}" presName="node" presStyleLbl="node1" presStyleIdx="4" presStyleCnt="5">
        <dgm:presLayoutVars>
          <dgm:bulletEnabled val="1"/>
        </dgm:presLayoutVars>
      </dgm:prSet>
      <dgm:spPr/>
    </dgm:pt>
    <dgm:pt modelId="{A6E6F0CC-BAC6-B54E-8EEC-054107273D1F}" type="pres">
      <dgm:prSet presAssocID="{F7B1BCDC-3D9B-E34A-ACF4-3A7DAA5D5243}" presName="sibTrans" presStyleLbl="sibTrans2D1" presStyleIdx="4" presStyleCnt="5"/>
      <dgm:spPr/>
    </dgm:pt>
    <dgm:pt modelId="{E2F046A6-0D03-0047-A079-15D1D53BCA6B}" type="pres">
      <dgm:prSet presAssocID="{F7B1BCDC-3D9B-E34A-ACF4-3A7DAA5D5243}" presName="connectorText" presStyleLbl="sibTrans2D1" presStyleIdx="4" presStyleCnt="5"/>
      <dgm:spPr/>
    </dgm:pt>
  </dgm:ptLst>
  <dgm:cxnLst>
    <dgm:cxn modelId="{74BC4B14-B88A-2747-97B7-6C8FCD44DD7C}" type="presOf" srcId="{7F5B1614-4DF9-154F-9EEF-C1AADEABDE62}" destId="{D61F6A04-1F11-F445-ADEF-924E10C10574}" srcOrd="1" destOrd="0" presId="urn:microsoft.com/office/officeart/2005/8/layout/cycle2"/>
    <dgm:cxn modelId="{16B24830-E6D2-964D-A181-92EED33601CD}" type="presOf" srcId="{B54E4382-D9BE-264D-B009-590183535558}" destId="{BEED47E4-90F3-5A4E-9F14-5479A7C758AB}" srcOrd="0" destOrd="0" presId="urn:microsoft.com/office/officeart/2005/8/layout/cycle2"/>
    <dgm:cxn modelId="{9FD57330-2CA1-D544-8644-C1C45AE54413}" srcId="{746B57E5-417C-5B4A-85C3-56BF87D83488}" destId="{6EF1853D-5EFE-8144-A844-798C5C78F84A}" srcOrd="2" destOrd="0" parTransId="{AE270650-0DF8-274D-8846-84B90AB321D1}" sibTransId="{335DD50C-EDDC-EB48-9BDE-F91B319A03CA}"/>
    <dgm:cxn modelId="{6130F435-2D47-1645-8C11-141CE12354EA}" type="presOf" srcId="{A22B47DB-028A-9448-BE6E-CC16A2843460}" destId="{17301C57-ACE1-EE4F-8DD8-A9216CA5F937}" srcOrd="0" destOrd="0" presId="urn:microsoft.com/office/officeart/2005/8/layout/cycle2"/>
    <dgm:cxn modelId="{16253B49-5ED1-B643-BEBC-EF7E68D8B3B6}" type="presOf" srcId="{F7B1BCDC-3D9B-E34A-ACF4-3A7DAA5D5243}" destId="{E2F046A6-0D03-0047-A079-15D1D53BCA6B}" srcOrd="1" destOrd="0" presId="urn:microsoft.com/office/officeart/2005/8/layout/cycle2"/>
    <dgm:cxn modelId="{9CD1634C-6D01-8946-BC4B-46337A882C93}" srcId="{746B57E5-417C-5B4A-85C3-56BF87D83488}" destId="{B54E4382-D9BE-264D-B009-590183535558}" srcOrd="1" destOrd="0" parTransId="{9FF61C82-5C91-CD4D-A2D5-26B62404CD14}" sibTransId="{E5D49C58-6BEF-D947-AA26-5C5528F417F0}"/>
    <dgm:cxn modelId="{00FF0B4F-28C7-774D-933F-4442257004A3}" type="presOf" srcId="{335DD50C-EDDC-EB48-9BDE-F91B319A03CA}" destId="{0405E716-918F-C942-8DBA-A281716BB460}" srcOrd="1" destOrd="0" presId="urn:microsoft.com/office/officeart/2005/8/layout/cycle2"/>
    <dgm:cxn modelId="{C0C3817D-F351-9140-96B2-84D7B793C76A}" type="presOf" srcId="{7F5B1614-4DF9-154F-9EEF-C1AADEABDE62}" destId="{5ADDF067-AE92-944B-8761-96A369C4F8E9}" srcOrd="0" destOrd="0" presId="urn:microsoft.com/office/officeart/2005/8/layout/cycle2"/>
    <dgm:cxn modelId="{A4599B84-A89E-BC4C-B4DF-0144A70C4D90}" srcId="{746B57E5-417C-5B4A-85C3-56BF87D83488}" destId="{6BB51234-859E-8A43-B5B2-118437AC310E}" srcOrd="0" destOrd="0" parTransId="{B68D84B0-8C44-C740-AC58-718841A9E45E}" sibTransId="{7F5B1614-4DF9-154F-9EEF-C1AADEABDE62}"/>
    <dgm:cxn modelId="{801A9D94-1259-624B-8246-88E4BF29974E}" type="presOf" srcId="{A22B47DB-028A-9448-BE6E-CC16A2843460}" destId="{415AAAC6-51FC-2549-983C-7F0DAB0FEC88}" srcOrd="1" destOrd="0" presId="urn:microsoft.com/office/officeart/2005/8/layout/cycle2"/>
    <dgm:cxn modelId="{602EDF96-B1BA-C94E-BA5B-B6A31FC5D7C1}" type="presOf" srcId="{5FAFF9C8-954B-D84F-AD8A-FEC1529AE01D}" destId="{F9971212-DAED-5745-ABE3-F0A56738F339}" srcOrd="0" destOrd="0" presId="urn:microsoft.com/office/officeart/2005/8/layout/cycle2"/>
    <dgm:cxn modelId="{FF55A5A4-3E4C-D846-A2D5-B7AE154B54FF}" srcId="{746B57E5-417C-5B4A-85C3-56BF87D83488}" destId="{968F9E5B-685E-1E4F-9C7B-F25040EE728C}" srcOrd="4" destOrd="0" parTransId="{13392AC3-D2B5-E048-9B1B-9169F7C2D881}" sibTransId="{F7B1BCDC-3D9B-E34A-ACF4-3A7DAA5D5243}"/>
    <dgm:cxn modelId="{E5BBF6A5-DFE2-494C-96E0-95FCCD08A25E}" type="presOf" srcId="{6BB51234-859E-8A43-B5B2-118437AC310E}" destId="{E2F996F0-569F-BD44-AD7E-4E6B49BC5F00}" srcOrd="0" destOrd="0" presId="urn:microsoft.com/office/officeart/2005/8/layout/cycle2"/>
    <dgm:cxn modelId="{BB585FAD-3E50-F940-A7AA-59929E365EB3}" type="presOf" srcId="{E5D49C58-6BEF-D947-AA26-5C5528F417F0}" destId="{C8862F34-CC30-0444-BB6D-B15F300BDFAE}" srcOrd="1" destOrd="0" presId="urn:microsoft.com/office/officeart/2005/8/layout/cycle2"/>
    <dgm:cxn modelId="{EEE366B2-5CBF-6D4A-B82F-A01EB060AB7F}" type="presOf" srcId="{335DD50C-EDDC-EB48-9BDE-F91B319A03CA}" destId="{A1D7DC35-9762-D943-9BCF-25FA56BA3E5E}" srcOrd="0" destOrd="0" presId="urn:microsoft.com/office/officeart/2005/8/layout/cycle2"/>
    <dgm:cxn modelId="{4C42DBBA-F774-1540-8E0F-9E2918C67514}" type="presOf" srcId="{6EF1853D-5EFE-8144-A844-798C5C78F84A}" destId="{55EDF4F1-9AC2-DA45-9D8B-53D29F0D2988}" srcOrd="0" destOrd="0" presId="urn:microsoft.com/office/officeart/2005/8/layout/cycle2"/>
    <dgm:cxn modelId="{763AC8BC-7DBF-D548-8145-671E59CDB077}" srcId="{746B57E5-417C-5B4A-85C3-56BF87D83488}" destId="{5FAFF9C8-954B-D84F-AD8A-FEC1529AE01D}" srcOrd="3" destOrd="0" parTransId="{C9B25AE4-9626-B34A-BB94-0BD87A35EF52}" sibTransId="{A22B47DB-028A-9448-BE6E-CC16A2843460}"/>
    <dgm:cxn modelId="{DDACDCC9-AAB8-784C-B214-1CF1F3C82C76}" type="presOf" srcId="{F7B1BCDC-3D9B-E34A-ACF4-3A7DAA5D5243}" destId="{A6E6F0CC-BAC6-B54E-8EEC-054107273D1F}" srcOrd="0" destOrd="0" presId="urn:microsoft.com/office/officeart/2005/8/layout/cycle2"/>
    <dgm:cxn modelId="{424016D5-DC4A-854E-BDC3-95D8D01CEBBA}" type="presOf" srcId="{E5D49C58-6BEF-D947-AA26-5C5528F417F0}" destId="{0B919B6F-B1BA-C34A-A0B1-3450AA5FEFBC}" srcOrd="0" destOrd="0" presId="urn:microsoft.com/office/officeart/2005/8/layout/cycle2"/>
    <dgm:cxn modelId="{7DC186F3-BCB1-814D-980E-826005CB4D5E}" type="presOf" srcId="{746B57E5-417C-5B4A-85C3-56BF87D83488}" destId="{7D823BFF-889E-B349-8E5E-02DDFE8EE88E}" srcOrd="0" destOrd="0" presId="urn:microsoft.com/office/officeart/2005/8/layout/cycle2"/>
    <dgm:cxn modelId="{C45EB5F3-9AA1-764B-8C4F-A0EDCC4498A2}" type="presOf" srcId="{968F9E5B-685E-1E4F-9C7B-F25040EE728C}" destId="{F81CDB62-EAF1-164A-9DAE-1F09558FC14B}" srcOrd="0" destOrd="0" presId="urn:microsoft.com/office/officeart/2005/8/layout/cycle2"/>
    <dgm:cxn modelId="{2CEC5ED0-4C93-BA4E-98C0-E64BC5120933}" type="presParOf" srcId="{7D823BFF-889E-B349-8E5E-02DDFE8EE88E}" destId="{E2F996F0-569F-BD44-AD7E-4E6B49BC5F00}" srcOrd="0" destOrd="0" presId="urn:microsoft.com/office/officeart/2005/8/layout/cycle2"/>
    <dgm:cxn modelId="{997E4860-F6DF-934C-AC9C-C3E178265C4E}" type="presParOf" srcId="{7D823BFF-889E-B349-8E5E-02DDFE8EE88E}" destId="{5ADDF067-AE92-944B-8761-96A369C4F8E9}" srcOrd="1" destOrd="0" presId="urn:microsoft.com/office/officeart/2005/8/layout/cycle2"/>
    <dgm:cxn modelId="{AA91E40B-54D6-AD4F-A18D-0569D92C1A60}" type="presParOf" srcId="{5ADDF067-AE92-944B-8761-96A369C4F8E9}" destId="{D61F6A04-1F11-F445-ADEF-924E10C10574}" srcOrd="0" destOrd="0" presId="urn:microsoft.com/office/officeart/2005/8/layout/cycle2"/>
    <dgm:cxn modelId="{F2D21B61-5252-DF4A-A45C-13DCD5E8E49D}" type="presParOf" srcId="{7D823BFF-889E-B349-8E5E-02DDFE8EE88E}" destId="{BEED47E4-90F3-5A4E-9F14-5479A7C758AB}" srcOrd="2" destOrd="0" presId="urn:microsoft.com/office/officeart/2005/8/layout/cycle2"/>
    <dgm:cxn modelId="{A8C4C8F9-AD79-9E4D-9D2D-75564A207A91}" type="presParOf" srcId="{7D823BFF-889E-B349-8E5E-02DDFE8EE88E}" destId="{0B919B6F-B1BA-C34A-A0B1-3450AA5FEFBC}" srcOrd="3" destOrd="0" presId="urn:microsoft.com/office/officeart/2005/8/layout/cycle2"/>
    <dgm:cxn modelId="{5BA57096-4FF1-6B40-966A-94CE23D7AC41}" type="presParOf" srcId="{0B919B6F-B1BA-C34A-A0B1-3450AA5FEFBC}" destId="{C8862F34-CC30-0444-BB6D-B15F300BDFAE}" srcOrd="0" destOrd="0" presId="urn:microsoft.com/office/officeart/2005/8/layout/cycle2"/>
    <dgm:cxn modelId="{6F5F4744-1560-3A4F-A827-7C74C6CA49E6}" type="presParOf" srcId="{7D823BFF-889E-B349-8E5E-02DDFE8EE88E}" destId="{55EDF4F1-9AC2-DA45-9D8B-53D29F0D2988}" srcOrd="4" destOrd="0" presId="urn:microsoft.com/office/officeart/2005/8/layout/cycle2"/>
    <dgm:cxn modelId="{8B896214-6A9E-B54D-A929-90D7B307E79B}" type="presParOf" srcId="{7D823BFF-889E-B349-8E5E-02DDFE8EE88E}" destId="{A1D7DC35-9762-D943-9BCF-25FA56BA3E5E}" srcOrd="5" destOrd="0" presId="urn:microsoft.com/office/officeart/2005/8/layout/cycle2"/>
    <dgm:cxn modelId="{813270D1-3D93-BC4F-9FD4-892FEAE3D246}" type="presParOf" srcId="{A1D7DC35-9762-D943-9BCF-25FA56BA3E5E}" destId="{0405E716-918F-C942-8DBA-A281716BB460}" srcOrd="0" destOrd="0" presId="urn:microsoft.com/office/officeart/2005/8/layout/cycle2"/>
    <dgm:cxn modelId="{7E5D8037-326B-A64A-998B-6069C64492D4}" type="presParOf" srcId="{7D823BFF-889E-B349-8E5E-02DDFE8EE88E}" destId="{F9971212-DAED-5745-ABE3-F0A56738F339}" srcOrd="6" destOrd="0" presId="urn:microsoft.com/office/officeart/2005/8/layout/cycle2"/>
    <dgm:cxn modelId="{03B45BFA-3BF7-1A45-89CB-F85AD07E18C0}" type="presParOf" srcId="{7D823BFF-889E-B349-8E5E-02DDFE8EE88E}" destId="{17301C57-ACE1-EE4F-8DD8-A9216CA5F937}" srcOrd="7" destOrd="0" presId="urn:microsoft.com/office/officeart/2005/8/layout/cycle2"/>
    <dgm:cxn modelId="{30D5778D-C624-D74B-877D-BFA7B7C8D441}" type="presParOf" srcId="{17301C57-ACE1-EE4F-8DD8-A9216CA5F937}" destId="{415AAAC6-51FC-2549-983C-7F0DAB0FEC88}" srcOrd="0" destOrd="0" presId="urn:microsoft.com/office/officeart/2005/8/layout/cycle2"/>
    <dgm:cxn modelId="{6327CCAA-396C-D044-A278-6E72DA6EC185}" type="presParOf" srcId="{7D823BFF-889E-B349-8E5E-02DDFE8EE88E}" destId="{F81CDB62-EAF1-164A-9DAE-1F09558FC14B}" srcOrd="8" destOrd="0" presId="urn:microsoft.com/office/officeart/2005/8/layout/cycle2"/>
    <dgm:cxn modelId="{67FDB865-CE96-2545-9A6B-629F149874C1}" type="presParOf" srcId="{7D823BFF-889E-B349-8E5E-02DDFE8EE88E}" destId="{A6E6F0CC-BAC6-B54E-8EEC-054107273D1F}" srcOrd="9" destOrd="0" presId="urn:microsoft.com/office/officeart/2005/8/layout/cycle2"/>
    <dgm:cxn modelId="{F102E46A-1C95-5E47-9784-E1AA0BDF6CAF}" type="presParOf" srcId="{A6E6F0CC-BAC6-B54E-8EEC-054107273D1F}" destId="{E2F046A6-0D03-0047-A079-15D1D53BCA6B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F996F0-569F-BD44-AD7E-4E6B49BC5F00}">
      <dsp:nvSpPr>
        <dsp:cNvPr id="0" name=""/>
        <dsp:cNvSpPr/>
      </dsp:nvSpPr>
      <dsp:spPr>
        <a:xfrm>
          <a:off x="4600575" y="231"/>
          <a:ext cx="1314449" cy="131444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900" kern="1200"/>
        </a:p>
      </dsp:txBody>
      <dsp:txXfrm>
        <a:off x="4793072" y="192728"/>
        <a:ext cx="929455" cy="929455"/>
      </dsp:txXfrm>
    </dsp:sp>
    <dsp:sp modelId="{5ADDF067-AE92-944B-8761-96A369C4F8E9}">
      <dsp:nvSpPr>
        <dsp:cNvPr id="0" name=""/>
        <dsp:cNvSpPr/>
      </dsp:nvSpPr>
      <dsp:spPr>
        <a:xfrm rot="2160000">
          <a:off x="5873411" y="1009740"/>
          <a:ext cx="349131" cy="4436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/>
        </a:p>
      </dsp:txBody>
      <dsp:txXfrm>
        <a:off x="5883413" y="1067683"/>
        <a:ext cx="244392" cy="266176"/>
      </dsp:txXfrm>
    </dsp:sp>
    <dsp:sp modelId="{BEED47E4-90F3-5A4E-9F14-5479A7C758AB}">
      <dsp:nvSpPr>
        <dsp:cNvPr id="0" name=""/>
        <dsp:cNvSpPr/>
      </dsp:nvSpPr>
      <dsp:spPr>
        <a:xfrm>
          <a:off x="6196918" y="1160042"/>
          <a:ext cx="1314449" cy="131444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900" kern="1200"/>
        </a:p>
      </dsp:txBody>
      <dsp:txXfrm>
        <a:off x="6389415" y="1352539"/>
        <a:ext cx="929455" cy="929455"/>
      </dsp:txXfrm>
    </dsp:sp>
    <dsp:sp modelId="{0B919B6F-B1BA-C34A-A0B1-3450AA5FEFBC}">
      <dsp:nvSpPr>
        <dsp:cNvPr id="0" name=""/>
        <dsp:cNvSpPr/>
      </dsp:nvSpPr>
      <dsp:spPr>
        <a:xfrm rot="6480000">
          <a:off x="6377756" y="2524363"/>
          <a:ext cx="349131" cy="4436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/>
        </a:p>
      </dsp:txBody>
      <dsp:txXfrm rot="10800000">
        <a:off x="6446309" y="2563282"/>
        <a:ext cx="244392" cy="266176"/>
      </dsp:txXfrm>
    </dsp:sp>
    <dsp:sp modelId="{55EDF4F1-9AC2-DA45-9D8B-53D29F0D2988}">
      <dsp:nvSpPr>
        <dsp:cNvPr id="0" name=""/>
        <dsp:cNvSpPr/>
      </dsp:nvSpPr>
      <dsp:spPr>
        <a:xfrm>
          <a:off x="5587169" y="3036656"/>
          <a:ext cx="1314449" cy="131444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900" kern="1200"/>
        </a:p>
      </dsp:txBody>
      <dsp:txXfrm>
        <a:off x="5779666" y="3229153"/>
        <a:ext cx="929455" cy="929455"/>
      </dsp:txXfrm>
    </dsp:sp>
    <dsp:sp modelId="{A1D7DC35-9762-D943-9BCF-25FA56BA3E5E}">
      <dsp:nvSpPr>
        <dsp:cNvPr id="0" name=""/>
        <dsp:cNvSpPr/>
      </dsp:nvSpPr>
      <dsp:spPr>
        <a:xfrm rot="10800000">
          <a:off x="5093115" y="3472068"/>
          <a:ext cx="349131" cy="4436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/>
        </a:p>
      </dsp:txBody>
      <dsp:txXfrm rot="10800000">
        <a:off x="5197854" y="3560793"/>
        <a:ext cx="244392" cy="266176"/>
      </dsp:txXfrm>
    </dsp:sp>
    <dsp:sp modelId="{F9971212-DAED-5745-ABE3-F0A56738F339}">
      <dsp:nvSpPr>
        <dsp:cNvPr id="0" name=""/>
        <dsp:cNvSpPr/>
      </dsp:nvSpPr>
      <dsp:spPr>
        <a:xfrm>
          <a:off x="3613980" y="3036656"/>
          <a:ext cx="1314449" cy="131444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900" kern="1200"/>
        </a:p>
      </dsp:txBody>
      <dsp:txXfrm>
        <a:off x="3806477" y="3229153"/>
        <a:ext cx="929455" cy="929455"/>
      </dsp:txXfrm>
    </dsp:sp>
    <dsp:sp modelId="{17301C57-ACE1-EE4F-8DD8-A9216CA5F937}">
      <dsp:nvSpPr>
        <dsp:cNvPr id="0" name=""/>
        <dsp:cNvSpPr/>
      </dsp:nvSpPr>
      <dsp:spPr>
        <a:xfrm rot="15120000">
          <a:off x="3794818" y="2543158"/>
          <a:ext cx="349131" cy="4436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/>
        </a:p>
      </dsp:txBody>
      <dsp:txXfrm rot="10800000">
        <a:off x="3863371" y="2681689"/>
        <a:ext cx="244392" cy="266176"/>
      </dsp:txXfrm>
    </dsp:sp>
    <dsp:sp modelId="{F81CDB62-EAF1-164A-9DAE-1F09558FC14B}">
      <dsp:nvSpPr>
        <dsp:cNvPr id="0" name=""/>
        <dsp:cNvSpPr/>
      </dsp:nvSpPr>
      <dsp:spPr>
        <a:xfrm>
          <a:off x="3004231" y="1160042"/>
          <a:ext cx="1314449" cy="131444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900" kern="1200"/>
        </a:p>
      </dsp:txBody>
      <dsp:txXfrm>
        <a:off x="3196728" y="1352539"/>
        <a:ext cx="929455" cy="929455"/>
      </dsp:txXfrm>
    </dsp:sp>
    <dsp:sp modelId="{A6E6F0CC-BAC6-B54E-8EEC-054107273D1F}">
      <dsp:nvSpPr>
        <dsp:cNvPr id="0" name=""/>
        <dsp:cNvSpPr/>
      </dsp:nvSpPr>
      <dsp:spPr>
        <a:xfrm rot="19440000">
          <a:off x="4277068" y="1021356"/>
          <a:ext cx="349131" cy="44362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800" kern="1200"/>
        </a:p>
      </dsp:txBody>
      <dsp:txXfrm>
        <a:off x="4287070" y="1140863"/>
        <a:ext cx="244392" cy="2661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360A6-F6EE-9102-2B02-E860341A3D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38E020B-ED64-8F3A-CDFC-CE18F6FF7C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A5F17D-8BB4-C7E2-3213-4B962C6B6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063715-5EFD-D9FF-F5B4-F543305D6D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1357F-8E33-0F88-CAB8-F26EF5C6C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1644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A9004-EE64-FCB5-702A-667E1CBE5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504BC-C613-DC2E-0335-479DBDE5A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F14B2D-4882-953A-59A0-1BBB43002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6A6F-EE81-DEB5-CC4E-E3EBD93C6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CE1A3-1087-4E04-2A21-FE5EA27D3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8238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95296-BA09-BDAC-C049-38A865F6B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598E41-6ED9-3DC1-AB0F-F3A169AF48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515476-0E7F-9A33-42C7-246B630267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F104D3-12B9-7CFF-0C78-27F88E266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CCEE4-40F1-D7F0-AE07-2984990B3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368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93174-91C8-68D9-CAA6-203E2979C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DC4490-6DB4-AB74-CD2F-98C2F4C1B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63A41-5967-2062-0C1A-93843FDA0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020F60-873F-4052-861C-38FF109870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16146E-2439-17F8-1BD5-C9065E77F3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B06C59-C3E4-2A77-BC83-A5BF48688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3349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98E28-0998-41B6-B88C-EDC98F3A86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CBEBF-33BC-593F-40E7-63004451FC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9903645-CD55-871C-1A98-ABE5C0EFE8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83B73D-FA10-05F0-D26B-D2FE9CD3B7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CE7A47-817A-FCD5-4B02-5D2C13BA83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AF82B8-9421-8940-79CC-7583AC7A5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0B1CD6-9118-EF7F-7C36-0E430C0AF1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59C631-D0BA-7DE0-FBF3-5340765B9F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846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2E51-CB97-8AE1-3F85-C519CA0AF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46627E-5CF2-45E9-B669-AD18ED90A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FD20D8-5928-1021-AB25-C598D816E4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90E778D-2B9E-58EB-2C4D-778909B71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7574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EC4596-BDE2-AA7E-3400-086EC3DB39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1CB93E-F746-BB58-8CD7-C6AAFB1211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4E7A2E-C6BC-FAE1-F534-FEFA2B639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3491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5EC9B6-13DF-5F9D-9CCC-2D3E34D61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DB4EAD-03A0-E9B7-7F9C-F299057DA5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9E926D-53EA-CC37-A141-AF11DB4595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CBAE55-6C80-491E-9BFB-89DE23C8B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C24714-A9B5-251B-11EC-3F111DC00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227408-5E8D-7688-261B-03894A07D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590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187D3-62B7-3A3E-5801-80955E405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BE1C9D-39EB-86BC-BA9D-7095E088AC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4594AA-4338-C629-736E-D5B42CD66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37BA80-7862-CD6E-6101-C01A3EEA5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7C7706-571B-99C1-1C03-FF1193F45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02BD44-3239-C8E9-A80F-3E7C4AD9F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54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717659-58D8-2BE6-968C-D14ED990C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73A591-9C4D-9715-5743-CBCAF91250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0E0A1-A72A-9DE5-44A6-B8A65974D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83A5C9-7196-FF8E-0D9A-C5508FF42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9FF93-17DB-72FC-EB1B-A6AC5ADFA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128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778D8A-FCD8-83CB-C87C-1406FBC57F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E96449-8BEA-1F13-2B82-2371DCC1DB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90AD4E-22BD-3CB3-2A2E-E88A68BD7C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83ABF-E319-B9D7-C3F0-F0774EA64A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EE037-4C10-3E09-AD23-6CD74FE39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51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50D7585-FA9B-C19B-8C7A-6AD3888CCE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D11F8C-FFCE-4946-B554-54D823B96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BF0AF-CE3D-47BB-9107-5266C354503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8849CE2-EE8B-3D43-99AB-236E29A9110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99A1A-6415-6EE6-AAA0-EB4AA20725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4FE746-7EE6-ADD1-A994-3EF309FDC5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AEF20B-21C7-A240-9BAC-56E427EEFF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58454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6AAF017-F764-6E92-7276-E3F3C4BA33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8304A6E-416A-1847-1448-76E7CBAECA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3079418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485866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Steve Jones</dc:creator>
  <cp:lastModifiedBy>Steve Jones</cp:lastModifiedBy>
  <cp:revision>2</cp:revision>
  <dcterms:created xsi:type="dcterms:W3CDTF">2026-04-07T21:44:51Z</dcterms:created>
  <dcterms:modified xsi:type="dcterms:W3CDTF">2026-04-08T03:33:35Z</dcterms:modified>
</cp:coreProperties>
</file>