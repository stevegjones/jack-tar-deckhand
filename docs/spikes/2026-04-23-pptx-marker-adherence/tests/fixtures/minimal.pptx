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IMAGE:agent-architecture"/>
          <p:cNvSpPr/>
          <p:nvPr/>
        </p:nvSpPr>
        <p:spPr>
          <a:xfrm>
            <a:off x="914400" y="914400"/>
            <a:ext cx="27432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IMAGE:agent-architecture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MARTART:flowchart"/>
          <p:cNvSpPr/>
          <p:nvPr/>
        </p:nvSpPr>
        <p:spPr>
          <a:xfrm>
            <a:off x="914400" y="914400"/>
            <a:ext cx="4572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SMARTART:flowchart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:dramatic-contrast"/>
          <p:cNvSpPr/>
          <p:nvPr/>
        </p:nvSpPr>
        <p:spPr>
          <a:xfrm>
            <a:off x="182880" y="182880"/>
            <a:ext cx="1371600" cy="2743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BG:dramatic-contrast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Box"/>
          <p:cNvSpPr/>
          <p:nvPr/>
        </p:nvSpPr>
        <p:spPr>
          <a:xfrm>
            <a:off x="914400" y="9144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Plain content, no marker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