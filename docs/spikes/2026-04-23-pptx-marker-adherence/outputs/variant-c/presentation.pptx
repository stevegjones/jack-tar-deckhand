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20-minute field guide for developers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4800600"/>
            <a:ext cx="164592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82880" y="4800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BG:dramatic-opening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talk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demos look magical on stage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agents quietly fall over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architecture, not prompts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to close 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IMAGE:stage-vs-production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agents fail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hits a ceiling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memory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is brittle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path when steps go wrong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IMAGE:agents-failing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of a working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memory, and tool use — each load-bearing, each a common failure point.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SMARTART:three-pillars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Planning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goals into verifiable steps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tokens and tool calls per step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leave a retry path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plan be inspected, not implicit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IMAGE:planning-tree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Memory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scratchpad for the current task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retrievable facts + episodes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 aggressively; relevance beats recall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Write-through, never write-only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IMAGE:memory-layers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Tool 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typed, well-named tools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success rate &gt; tool count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structured errors, never stack traces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tools as contracts, not endpoints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SMARTART:tool-contract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the invoice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flawless. Production: 38% failure.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memory of prior invoices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episodic memory + typed tools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38% -&gt; 4% after one sprint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IMAGE:case-study-chart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on Monday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your agent's plan — make it visible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memory layer, measure recall accuracy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your three worst tool schemas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failure mode per sprint, kill 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IMAGE:monday-checklist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agents that actually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visibly. Remember deliberately. Use tools like contracts.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@your-handle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4800600"/>
            <a:ext cx="164592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82880" y="4800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BG:closing-glow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That Actually Work</dc:title>
  <dc:subject>PptxGenJS Presentation</dc:subject>
  <dc:creator>AI Agents Talk</dc:creator>
  <cp:lastModifiedBy>AI Agents Talk</cp:lastModifiedBy>
  <cp:revision>1</cp:revision>
  <dcterms:created xsi:type="dcterms:W3CDTF">2026-04-23T13:36:34Z</dcterms:created>
  <dcterms:modified xsi:type="dcterms:W3CDTF">2026-04-23T13:36:34Z</dcterms:modified>
</cp:coreProperties>
</file>