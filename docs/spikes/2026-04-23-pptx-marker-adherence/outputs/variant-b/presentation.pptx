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systems that survive contact with production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B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talk for developers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4686300"/>
            <a:ext cx="137160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46863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BG:dramatic-contrast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agent demos die in production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polished demos never reach a real user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prompts, no memory, flaky tools.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is clean; production isn't.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cost compound under 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IMAGE:demo-vs-production-hero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of agents that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memory, and tool use — each non-optional.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SMARTART:three-pillars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· Planning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before acting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goal into a graph of sub-goals.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when the world changes — don't freeze the plan.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intermediate state inspectable.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steps; fail fast when the plan stalls.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IMAGE:pillar-planning-architecture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· Memory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long, and sideways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memory: the live scratchpad.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memory: what happened last time.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memory: facts and embeddings.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deliberately — stale context is a bug.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IMAGE:pillar-memory-diagram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· Tool use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interfaces beat prompt tricks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a schema — validate inputs and outputs.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tool errors as signal, not noise.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tool calls: rate-limit, cache, retry with backoff.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tool catalogue small enough to reason about.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IMAGE:pillar-tool-use-sketch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· A support-triage agent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SaaS, ~4,000 tickets/week.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rules engine misrouted ~22% of tickets.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4 tools: classify, lookup-customer, draft-reply, escalate.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6459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 → 6%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 rate after rollout (8 weeks)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3200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reply latency: 3.1 min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precision: 0.91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ticket: $0.04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rolled it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from first prompt to production default.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SMARTART:rollout-timeline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we got wrong first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Over-planned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plans rotted as tickets changed mid-flight. Shorter horizons + re-plan won.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17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Under-memoried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forgot the same customer twice in one thread. Added a per-conversation store.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sprawl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meant hallucinated calls. Cut to 4; precision jumped.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kill switch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week: one bad loop, $400 in API spend. Now: step budget + hard cap.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  ·  AI Agents That Actually 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small. Measure ruthlessly. Ship.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workflow. Automate the narrow slice.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 tool call. Review the traces weekly.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agents that don't earn their cost.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B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github.com/your-org/agents-that-work  ·  @you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4686300"/>
            <a:ext cx="137160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46863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BG:calm-minimal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Conference talk — 20 min, developer audience</dc:subject>
  <dc:creator>AI Agents That Actually Work</dc:creator>
  <cp:lastModifiedBy>AI Agents That Actually Work</cp:lastModifiedBy>
  <cp:revision>1</cp:revision>
  <dcterms:created xsi:type="dcterms:W3CDTF">2026-04-23T14:02:08Z</dcterms:created>
  <dcterms:modified xsi:type="dcterms:W3CDTF">2026-04-23T14:02:08Z</dcterms:modified>
</cp:coreProperties>
</file>