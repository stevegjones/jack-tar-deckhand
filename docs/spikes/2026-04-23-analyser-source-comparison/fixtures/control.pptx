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Corporate All-Hands Q2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Strategic priorities:</a:t>
            </a:r>
          </a:p>
          <a:p>
            <a:r>
              <a:t>- Growth</a:t>
            </a:r>
          </a:p>
          <a:p>
            <a:r>
              <a:t>- Efficiency</a:t>
            </a:r>
          </a:p>
          <a:p>
            <a:r>
              <a:t>- Culture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:vision-diagram"/>
          <p:cNvSpPr/>
          <p:nvPr/>
        </p:nvSpPr>
        <p:spPr>
          <a:xfrm>
            <a:off x="4572000" y="914400"/>
            <a:ext cx="36576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IMAGE:vision-diagram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