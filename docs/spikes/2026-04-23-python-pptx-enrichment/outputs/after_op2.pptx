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:title-hero-dark-gri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30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atmospheric dark grid / circuit motif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Actually Work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demos die in production — and the three pillars that save them.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 conference talk  ·  For developers shipping 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demo-to-production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wow on stage often crumble under real traffic.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wheels come off: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failures are rarely reproducible in CI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silently misfire — no schema, no retry 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explode as conversations drift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bolted on, not designed 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0" y="1143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split scene — polished demo stage vs. chaotic prod pager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2/10</a:t>
            </a:r>
            <a:endParaRPr lang="en-US" sz="1000" dirty="0"/>
          </a:p>
        </p:txBody>
      </p:sp>
      <p:pic>
        <p:nvPicPr>
          <p:cNvPr id="7" name="Pictur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430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most agent demos fail in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 proofs-of-concept never reach 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4.2x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blow-up when context isn't managed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fail silently without structured schemas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practitioner surveys, internal telemetry, common autopsy patterns.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architectural pillars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that survives production gets these right.</a:t>
            </a:r>
            <a:endParaRPr lang="en-US" sz="1500" dirty="0"/>
          </a:p>
        </p:txBody>
      </p:sp>
      <p:sp>
        <p:nvSpPr>
          <p:cNvPr id="4" name="SMARTART:three-pillars-relationship"/>
          <p:cNvSpPr/>
          <p:nvPr/>
        </p:nvSpPr>
        <p:spPr>
          <a:xfrm>
            <a:off x="685800" y="1463040"/>
            <a:ext cx="7772400" cy="301752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three pillars — Planning  |  Memory  |  Tool Use  (radial/triangle relationship)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1 — Planning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task decomposition beats hoping the model will figure it out.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plan as a first-class artefact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on failure, not just on completion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search — depth, budget, step count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decision for post-mortem analysis</a:t>
            </a:r>
            <a:endParaRPr lang="en-US" sz="1500" dirty="0"/>
          </a:p>
        </p:txBody>
      </p:sp>
      <p:sp>
        <p:nvSpPr>
          <p:cNvPr id="5" name="SMARTART:planning-replan-loop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plan → act → observe → re-plan loop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2 — Memory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 budget. Spend it like one.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conversation scratchpad, reset aggressively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vector store, keyed by user + task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before you run out of tokens, not after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tool results — deterministic calls shouldn't re-run</a:t>
            </a:r>
            <a:endParaRPr lang="en-US" sz="1500" dirty="0"/>
          </a:p>
        </p:txBody>
      </p:sp>
      <p:sp>
        <p:nvSpPr>
          <p:cNvPr id="5" name="IMAGE:memory-layers-illustration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three-layer memory stack — scratchpad / session / long-term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3 — Tool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the agent's API to reality — treat them that way.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schemas for every tool — no free-text arguments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calls where possible; explicit retry policy otherwise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scopes — read before write, write before delete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call: args in, result out, latency, error code</a:t>
            </a:r>
            <a:endParaRPr lang="en-US" sz="1500" dirty="0"/>
          </a:p>
        </p:txBody>
      </p:sp>
      <p:sp>
        <p:nvSpPr>
          <p:cNvPr id="5" name="SMARTART:tool-call-sequence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agent → schema validator → tool → trace sink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:case-study-server-room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30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soft server-room / dashboard atmosphere, heavy dark overlay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a support agent at scale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SaaS, 40k tickets/month. Two engineers. Nine weeks from spike to GA.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response 14m, 62% first-contact resolution, on-call burned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changed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plan artefact per ticket. Cached retrieval over product docs. Tools with strict schemas + retry.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9319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52s, 81% first-contact resolution, on-call reclaimed Fridays.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pillars showed up in the build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 got an explicit 3-step plan: classify → retrieve → draft. Re-plan on retrieval miss.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scratchpad flushed per ticket. Long-term: embeddings of resolved tickets, 14-day TTL.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 only — search_docs, read_ticket, post_reply, escalate. All schema-validated, all traced.</a:t>
            </a:r>
            <a:endParaRPr lang="en-US" sz="1300" dirty="0"/>
          </a:p>
        </p:txBody>
      </p:sp>
      <p:sp>
        <p:nvSpPr>
          <p:cNvPr id="15" name="IMAGE:case-study-dashboard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before/after dashboard strip — response time, FCR, on-call 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 on Monday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plan artefact before you write the prompt.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tools behind a schema. If it's free-text, it's a bug.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your context like tokens cost money — because they do.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call. You cannot debug what you cannot see.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@yourhandle  ·  talks.example.com/agents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That Actually Work</dc:title>
  <dc:subject>PptxGenJS Presentation</dc:subject>
  <dc:creator>Jack-Tar Deckhand</dc:creator>
  <cp:lastModifiedBy>Jack-Tar Deckhand</cp:lastModifiedBy>
  <cp:revision>1</cp:revision>
  <dcterms:created xsi:type="dcterms:W3CDTF">2026-04-23T13:36:42Z</dcterms:created>
  <dcterms:modified xsi:type="dcterms:W3CDTF">2026-04-23T13:36:42Z</dcterms:modified>
</cp:coreProperties>
</file>