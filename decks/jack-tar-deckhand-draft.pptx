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Everyone builds presentations -- nobody engineers them
- This talk: what happens when you apply real architecture to the most common deliverable
- 14 skills, 3 AI agents, one pipeline, and the deck you're looking at is the proof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How many times have you stared at a blank slide the night before a talk?
- Tooling hasn't evolved -- we're still dragging rectangles
- Design, content, narrative -- all afterthoughts
- The industry treats presentations as disposable. What if they're 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 the question hang
- Engineering: repeatable, testable, collaborative
- Not automation --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services, each standalone and reusable
- Content: arcs, outlines, timed notes
- Design: brand extraction, style guides, palettes
- Image: local draft with Ollama, cloud production, intelligent routing
- Assembly &amp; QA: .pptx generation, 25 anti-pattern checks
- Deck Conductor sequences everything -- the pipeline is the product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Every creative decision stays with the human
- Brand manager extracts -- you validate
- Stylist proposes three palette options -- you choose
- Narrative architect offers arc structures -- you pick your story
- What does 'AI-assisted' actually mean if the AI makes all the decisions?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Draft phase: Ollama renders locally, zero cost, fast iteration
- Iterate on structure and content before spending a penny
- Production phase: cloud APIs render at full quality
- Budget tracker with hard caps -- no surprises
- Why would you render at production quality while you're still changing headlines?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- 385 tests -- not vibes, not 'it looks right'
- Schema validation on every contract between skills
- QA catches font drift, colour escape, orphan slides, timing gaps
- Image routing with cost advisory -- not just generation
- Pipeline state tracked end-to-end: repeatable and auditable
- This is engineering discipline applied to creative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 the reveal land
- This deck. This one. Made by the pipeline.
- Not a mockup. Not a demo. The real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TalkBrief written, brand extracted from metamirror.io guidelines
- Style guide derived collaboratively: palette, fonts, image mood
- Problem-Demo-Impact arc selected from three options
- 10 slides outlined, notes timed to 11 minutes
- Images generated, deck assembled, QA passed, reviewed
- What you're seeing right now is the output of that single pipeline 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Stop cobbling. Start engineering.
- The repo is live -- go break it, extend it, build your own pipeline
- Presentations deserve the same engineering discipline as everything else we build
-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Jack-Tar Deckhand: Conference-Quality Presentations, Engineered by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32004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Steve Jones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metamirror.io</a:t>
            </a:r>
            <a:endParaRPr lang="en-US" sz="2400" dirty="0"/>
          </a:p>
        </p:txBody>
      </p:sp>
      <p:pic>
        <p:nvPicPr>
          <p:cNvPr id="4" name="Image 0" descr="Dramatic abstract geometric composition evoking construction and precision, interlocking teal and mint form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pic>
        <p:nvPicPr>
          <p:cNvPr id="5" name="Image 1" descr="metamirror.i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806440"/>
            <a:ext cx="424967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Presentations: The Most Common Deliverable Nobody Engineers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17320"/>
            <a:ext cx="54864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professional makes presentations -- most dread it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tooling hasn't meaningfully evolved since 2005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still start from blank slides or bloated templates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content, and narrative are treated as afterthoughts</a:t>
            </a:r>
            <a:endParaRPr lang="en-US" sz="1800" dirty="0"/>
          </a:p>
        </p:txBody>
      </p:sp>
      <p:pic>
        <p:nvPicPr>
          <p:cNvPr id="5" name="Image 0" descr="Abstract scattered geometric shapes conveying fragmentation and broken tool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3103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A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If You Could Engineer a Presentation?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65760"/>
            <a:ext cx="10972526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Skills, 3 Agents, 4 Services -- One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645920"/>
            <a:ext cx="50292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Service: narrative arcs, speaker notes, timing</a:t>
            </a:r>
            <a:endParaRPr lang="en-US" sz="18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Service: brand profiles, style guides, palettes</a:t>
            </a:r>
            <a:endParaRPr lang="en-US" sz="18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Service: local Ollama draft, cloud production, routing</a:t>
            </a:r>
            <a:endParaRPr lang="en-US" sz="1800" dirty="0"/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Assembly &amp; QA: .pptx generation, 25 anti-pattern checks</a:t>
            </a:r>
            <a:endParaRPr lang="en-US" sz="1800" dirty="0"/>
          </a:p>
        </p:txBody>
      </p:sp>
      <p:pic>
        <p:nvPicPr>
          <p:cNvPr id="5" name="Image 0" descr="Architecture diagram showing four L1 services (Content, Design, Image, Assembly &amp; QA) with Deck Conductor orchestra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587" y="1645920"/>
            <a:ext cx="527804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Propose, the Speaker Decides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17320"/>
            <a:ext cx="54864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manager extracts your identity from guidelines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stylist proposes palette, fonts, image mood -- you choose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architect offers arc structures -- you pick the story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creative decision stays with the human</a:t>
            </a:r>
            <a:endParaRPr lang="en-US" sz="1800" dirty="0"/>
          </a:p>
        </p:txBody>
      </p:sp>
      <p:pic>
        <p:nvPicPr>
          <p:cNvPr id="5" name="Image 0" descr="Abstract geometric composition representing human-AI collaboration, angular crystalline forms converging with flowing organic cur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3103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Fast, Produce Once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17320"/>
            <a:ext cx="54864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phase: Ollama renders locally -- zero cost, fast iteration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cycle: QA checks catch 25 anti-patterns automatically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phase: cloud APIs render at full quality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tracker ensures you never overspend</a:t>
            </a:r>
            <a:endParaRPr lang="en-US" sz="1800" dirty="0"/>
          </a:p>
        </p:txBody>
      </p:sp>
      <p:pic>
        <p:nvPicPr>
          <p:cNvPr id="5" name="Image 0" descr="Two-phase transformation, rough sketch to polished crystalline stru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3103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385 Tests and Zero Trust in Vibes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17320"/>
            <a:ext cx="54864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contract validated: schemas, timing arithmetic, layout references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QA anti-patterns: font drift, colour escape, orphan slides, timing gaps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routing with budget advisory -- not just generation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state tracked end-to-end: repeatable, auditable</a:t>
            </a:r>
            <a:endParaRPr lang="en-US" sz="1800" dirty="0"/>
          </a:p>
        </p:txBody>
      </p:sp>
      <p:pic>
        <p:nvPicPr>
          <p:cNvPr id="5" name="Image 0" descr="Structured grid of uniform teal checkmark symbols conveying comprehensive test coverage and vali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3103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AF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Deck Was Made by the Pipeline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B5E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8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Brief to .pptx in One Pipeline Run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17320"/>
            <a:ext cx="54864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TalkBrief written, brand extracted from metamirror.io guidelines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guide collaboratively derived -- palette, fonts, image mood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 selected, 10 slides outlined, notes timed to 11 minutes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generated, deck assembled, QA passed, reviewed</a:t>
            </a:r>
            <a:endParaRPr lang="en-US" sz="1800" dirty="0"/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en-US" sz="1800" dirty="0">
                <a:solidFill>
                  <a:srgbClr val="171D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you're looking at is the output</a:t>
            </a:r>
            <a:endParaRPr lang="en-US" sz="1800" dirty="0"/>
          </a:p>
        </p:txBody>
      </p:sp>
      <p:pic>
        <p:nvPicPr>
          <p:cNvPr id="5" name="Image 0" descr="Pipeline flow with five connected stages from brief to finished d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3103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94484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Cobbling. Start Engineering.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3383280"/>
            <a:ext cx="94484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github.com/SteveGJones/jack-tar-deckhand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metamirror.io</a:t>
            </a:r>
            <a:endParaRPr lang="en-US" sz="18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Steve Jones -- @SteveGJones</a:t>
            </a:r>
            <a:endParaRPr lang="en-US" sz="1800" dirty="0"/>
          </a:p>
        </p:txBody>
      </p:sp>
      <p:pic>
        <p:nvPicPr>
          <p:cNvPr id="4" name="Image 0" descr="metamirror.io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06440"/>
            <a:ext cx="424967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Jack-Tar Deckhand: Conference-Quality Presentations, Engineered by AI</dc:title>
  <dc:subject>Draft deck assembled by deck-assembler</dc:subject>
  <dc:creator>Jack-Tar Deckhand Pipeline</dc:creator>
  <cp:lastModifiedBy>Jack-Tar Deckhand Pipeline</cp:lastModifiedBy>
  <cp:revision>1</cp:revision>
  <dcterms:created xsi:type="dcterms:W3CDTF">2026-03-30T13:56:26Z</dcterms:created>
  <dcterms:modified xsi:type="dcterms:W3CDTF">2026-03-30T13:56:26Z</dcterms:modified>
</cp:coreProperties>
</file>